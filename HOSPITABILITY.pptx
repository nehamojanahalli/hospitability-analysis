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59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9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4E364-6D05-47E8-8300-82C7F567A4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9227B9E-DF03-4343-87A7-FE12A5CF4F64}">
      <dgm:prSet/>
      <dgm:spPr/>
      <dgm:t>
        <a:bodyPr/>
        <a:lstStyle/>
        <a:p>
          <a:r>
            <a:rPr lang="en-GB" b="0" i="0" dirty="0"/>
            <a:t>Hospitality refers to </a:t>
          </a:r>
          <a:r>
            <a:rPr lang="en-GB" b="1" i="1" dirty="0"/>
            <a:t> extending a welcome to guests or offering a home away from home.</a:t>
          </a:r>
          <a:endParaRPr lang="en-US" i="1" dirty="0"/>
        </a:p>
      </dgm:t>
    </dgm:pt>
    <dgm:pt modelId="{89E39CF6-49E1-4E06-BF89-72C70F6FCD8E}" type="parTrans" cxnId="{DB12C2CC-FFB5-4BD5-903E-ADCEA1308D1B}">
      <dgm:prSet/>
      <dgm:spPr/>
      <dgm:t>
        <a:bodyPr/>
        <a:lstStyle/>
        <a:p>
          <a:endParaRPr lang="en-US"/>
        </a:p>
      </dgm:t>
    </dgm:pt>
    <dgm:pt modelId="{1C5CF4D0-2A78-48B3-952C-EF019C7F7097}" type="sibTrans" cxnId="{DB12C2CC-FFB5-4BD5-903E-ADCEA1308D1B}">
      <dgm:prSet/>
      <dgm:spPr/>
      <dgm:t>
        <a:bodyPr/>
        <a:lstStyle/>
        <a:p>
          <a:endParaRPr lang="en-US"/>
        </a:p>
      </dgm:t>
    </dgm:pt>
    <dgm:pt modelId="{D0B08D03-D339-4BA1-8C57-4BEA6423AD63}">
      <dgm:prSet/>
      <dgm:spPr/>
      <dgm:t>
        <a:bodyPr/>
        <a:lstStyle/>
        <a:p>
          <a:r>
            <a:rPr lang="en-IN" b="1" i="0" dirty="0"/>
            <a:t>Key Aspects: </a:t>
          </a:r>
          <a:r>
            <a:rPr lang="en-IN" b="0" i="0" dirty="0"/>
            <a:t>Accommodation, Food, &amp; Beverages, Travel &amp; Tourism, Entertainment &amp; Recreation. </a:t>
          </a:r>
          <a:endParaRPr lang="en-US" b="0" dirty="0"/>
        </a:p>
      </dgm:t>
    </dgm:pt>
    <dgm:pt modelId="{EAC2B7DD-BF76-4638-A538-B8F343813D3F}" type="parTrans" cxnId="{8A5143B9-D93D-4271-8433-0F800CE8DA7B}">
      <dgm:prSet/>
      <dgm:spPr/>
      <dgm:t>
        <a:bodyPr/>
        <a:lstStyle/>
        <a:p>
          <a:endParaRPr lang="en-US"/>
        </a:p>
      </dgm:t>
    </dgm:pt>
    <dgm:pt modelId="{F4A5D79B-3754-4F64-B4E0-8A57982429D9}" type="sibTrans" cxnId="{8A5143B9-D93D-4271-8433-0F800CE8DA7B}">
      <dgm:prSet/>
      <dgm:spPr/>
      <dgm:t>
        <a:bodyPr/>
        <a:lstStyle/>
        <a:p>
          <a:endParaRPr lang="en-US"/>
        </a:p>
      </dgm:t>
    </dgm:pt>
    <dgm:pt modelId="{0C2BCAED-6199-49A6-BE83-50D74B629983}">
      <dgm:prSet/>
      <dgm:spPr/>
      <dgm:t>
        <a:bodyPr/>
        <a:lstStyle/>
        <a:p>
          <a:r>
            <a:rPr lang="en-IN" b="1" i="0"/>
            <a:t>Importance of Hospitality:</a:t>
          </a:r>
          <a:endParaRPr lang="en-US"/>
        </a:p>
      </dgm:t>
    </dgm:pt>
    <dgm:pt modelId="{AAB572BC-4134-4702-AFF7-E32CB3F962B8}" type="parTrans" cxnId="{33402BF4-EBDC-4284-A5BD-5E321BFFAC0B}">
      <dgm:prSet/>
      <dgm:spPr/>
      <dgm:t>
        <a:bodyPr/>
        <a:lstStyle/>
        <a:p>
          <a:endParaRPr lang="en-US"/>
        </a:p>
      </dgm:t>
    </dgm:pt>
    <dgm:pt modelId="{07EE34D3-B206-48D5-9A15-152D317B415E}" type="sibTrans" cxnId="{33402BF4-EBDC-4284-A5BD-5E321BFFAC0B}">
      <dgm:prSet/>
      <dgm:spPr/>
      <dgm:t>
        <a:bodyPr/>
        <a:lstStyle/>
        <a:p>
          <a:endParaRPr lang="en-US"/>
        </a:p>
      </dgm:t>
    </dgm:pt>
    <dgm:pt modelId="{6AC04DBB-DB46-46C3-974A-B1AF7EB59A8F}">
      <dgm:prSet/>
      <dgm:spPr/>
      <dgm:t>
        <a:bodyPr/>
        <a:lstStyle/>
        <a:p>
          <a:r>
            <a:rPr lang="en-IN" i="0" dirty="0"/>
            <a:t>Customer Experience </a:t>
          </a:r>
        </a:p>
        <a:p>
          <a:r>
            <a:rPr lang="en-IN" i="0" dirty="0"/>
            <a:t>Economic Impact</a:t>
          </a:r>
        </a:p>
        <a:p>
          <a:r>
            <a:rPr lang="en-IN" i="0" dirty="0"/>
            <a:t>		</a:t>
          </a:r>
          <a:endParaRPr lang="en-US" dirty="0"/>
        </a:p>
      </dgm:t>
    </dgm:pt>
    <dgm:pt modelId="{E81A4CE0-6875-431C-82FC-E03A8C9760E8}" type="parTrans" cxnId="{44719FE8-8F76-43CC-8EC5-DACAC6854A09}">
      <dgm:prSet/>
      <dgm:spPr/>
      <dgm:t>
        <a:bodyPr/>
        <a:lstStyle/>
        <a:p>
          <a:endParaRPr lang="en-US"/>
        </a:p>
      </dgm:t>
    </dgm:pt>
    <dgm:pt modelId="{A08DA5D0-ED3A-4138-92BC-82E129025AF4}" type="sibTrans" cxnId="{44719FE8-8F76-43CC-8EC5-DACAC6854A09}">
      <dgm:prSet/>
      <dgm:spPr/>
      <dgm:t>
        <a:bodyPr/>
        <a:lstStyle/>
        <a:p>
          <a:endParaRPr lang="en-US"/>
        </a:p>
      </dgm:t>
    </dgm:pt>
    <dgm:pt modelId="{B26F89C6-9B8E-4BCB-8893-31E870117199}">
      <dgm:prSet/>
      <dgm:spPr/>
      <dgm:t>
        <a:bodyPr/>
        <a:lstStyle/>
        <a:p>
          <a:r>
            <a:rPr lang="en-IN" b="1" i="0"/>
            <a:t>Challenges in Hospitality:</a:t>
          </a:r>
          <a:endParaRPr lang="en-US"/>
        </a:p>
      </dgm:t>
    </dgm:pt>
    <dgm:pt modelId="{7B1787DC-8D51-49A9-9F4D-9C37A2D042E9}" type="parTrans" cxnId="{39B3C637-76F4-4AF0-BC04-52572EFDC191}">
      <dgm:prSet/>
      <dgm:spPr/>
      <dgm:t>
        <a:bodyPr/>
        <a:lstStyle/>
        <a:p>
          <a:endParaRPr lang="en-US"/>
        </a:p>
      </dgm:t>
    </dgm:pt>
    <dgm:pt modelId="{57DCD739-1E9C-4281-9589-9813B114DEC5}" type="sibTrans" cxnId="{39B3C637-76F4-4AF0-BC04-52572EFDC191}">
      <dgm:prSet/>
      <dgm:spPr/>
      <dgm:t>
        <a:bodyPr/>
        <a:lstStyle/>
        <a:p>
          <a:endParaRPr lang="en-US"/>
        </a:p>
      </dgm:t>
    </dgm:pt>
    <dgm:pt modelId="{B6ADD854-00BA-444B-A36A-B7A3540E0D96}">
      <dgm:prSet/>
      <dgm:spPr/>
      <dgm:t>
        <a:bodyPr/>
        <a:lstStyle/>
        <a:p>
          <a:r>
            <a:rPr lang="en-IN" i="0"/>
            <a:t>Maintaining high standards.</a:t>
          </a:r>
          <a:endParaRPr lang="en-US"/>
        </a:p>
      </dgm:t>
    </dgm:pt>
    <dgm:pt modelId="{2BC5C081-2FC8-413E-ACF5-A7BE41DB7284}" type="parTrans" cxnId="{FF741581-2655-4686-A550-8CDF0C7CDE70}">
      <dgm:prSet/>
      <dgm:spPr/>
      <dgm:t>
        <a:bodyPr/>
        <a:lstStyle/>
        <a:p>
          <a:endParaRPr lang="en-US"/>
        </a:p>
      </dgm:t>
    </dgm:pt>
    <dgm:pt modelId="{F9C562DD-06B9-467F-B7A1-276EB4ABBA13}" type="sibTrans" cxnId="{FF741581-2655-4686-A550-8CDF0C7CDE70}">
      <dgm:prSet/>
      <dgm:spPr/>
      <dgm:t>
        <a:bodyPr/>
        <a:lstStyle/>
        <a:p>
          <a:endParaRPr lang="en-US"/>
        </a:p>
      </dgm:t>
    </dgm:pt>
    <dgm:pt modelId="{EF178E41-A218-4E3C-8E16-54560F89B992}">
      <dgm:prSet/>
      <dgm:spPr/>
      <dgm:t>
        <a:bodyPr/>
        <a:lstStyle/>
        <a:p>
          <a:r>
            <a:rPr lang="en-IN" i="0" dirty="0"/>
            <a:t>Adapting Trends</a:t>
          </a:r>
          <a:endParaRPr lang="en-US" dirty="0"/>
        </a:p>
      </dgm:t>
    </dgm:pt>
    <dgm:pt modelId="{149C3994-542A-41AF-B252-0E76535009B1}" type="parTrans" cxnId="{42293333-78D8-41D7-AF1C-3EFF4F1E4078}">
      <dgm:prSet/>
      <dgm:spPr/>
      <dgm:t>
        <a:bodyPr/>
        <a:lstStyle/>
        <a:p>
          <a:endParaRPr lang="en-US"/>
        </a:p>
      </dgm:t>
    </dgm:pt>
    <dgm:pt modelId="{5C3195E9-D308-43D8-883C-33CA9CCD51D8}" type="sibTrans" cxnId="{42293333-78D8-41D7-AF1C-3EFF4F1E4078}">
      <dgm:prSet/>
      <dgm:spPr/>
      <dgm:t>
        <a:bodyPr/>
        <a:lstStyle/>
        <a:p>
          <a:endParaRPr lang="en-US"/>
        </a:p>
      </dgm:t>
    </dgm:pt>
    <dgm:pt modelId="{569FD2FE-B069-46D0-867C-0358112CEB7F}">
      <dgm:prSet/>
      <dgm:spPr/>
      <dgm:t>
        <a:bodyPr/>
        <a:lstStyle/>
        <a:p>
          <a:r>
            <a:rPr lang="en-IN" i="0"/>
            <a:t>Economic fluctuations</a:t>
          </a:r>
          <a:endParaRPr lang="en-US"/>
        </a:p>
      </dgm:t>
    </dgm:pt>
    <dgm:pt modelId="{C6275806-7690-49E0-B029-47F0C2B270B0}" type="parTrans" cxnId="{68850C0C-96D7-4CC1-BF48-B81BF7C0B9AB}">
      <dgm:prSet/>
      <dgm:spPr/>
      <dgm:t>
        <a:bodyPr/>
        <a:lstStyle/>
        <a:p>
          <a:endParaRPr lang="en-US"/>
        </a:p>
      </dgm:t>
    </dgm:pt>
    <dgm:pt modelId="{415DFEA9-D948-4877-B85E-7E64BBB1FB10}" type="sibTrans" cxnId="{68850C0C-96D7-4CC1-BF48-B81BF7C0B9AB}">
      <dgm:prSet/>
      <dgm:spPr/>
      <dgm:t>
        <a:bodyPr/>
        <a:lstStyle/>
        <a:p>
          <a:endParaRPr lang="en-US"/>
        </a:p>
      </dgm:t>
    </dgm:pt>
    <dgm:pt modelId="{31DB6007-B7C3-4A53-B897-675B55A6986C}">
      <dgm:prSet/>
      <dgm:spPr/>
      <dgm:t>
        <a:bodyPr/>
        <a:lstStyle/>
        <a:p>
          <a:r>
            <a:rPr lang="en-GB" b="0" i="0" dirty="0"/>
            <a:t>Hospitality is an integral part of the service industry, dedicated to ensuring that guests feel welcomed, comfortable, and valued. It plays a crucial role in driving economic activity, promoting cultural exchange, and enhancing the overall travel and leisure experience.</a:t>
          </a:r>
          <a:endParaRPr lang="en-US" dirty="0"/>
        </a:p>
      </dgm:t>
    </dgm:pt>
    <dgm:pt modelId="{A46A6A51-069E-42B5-BAC6-0120D303AF62}" type="parTrans" cxnId="{D636EB1A-BEC7-4EDD-8EBE-A780FA5AA7B1}">
      <dgm:prSet/>
      <dgm:spPr/>
      <dgm:t>
        <a:bodyPr/>
        <a:lstStyle/>
        <a:p>
          <a:endParaRPr lang="en-US"/>
        </a:p>
      </dgm:t>
    </dgm:pt>
    <dgm:pt modelId="{481F2A6C-C17E-4E27-8A85-A590D46589D4}" type="sibTrans" cxnId="{D636EB1A-BEC7-4EDD-8EBE-A780FA5AA7B1}">
      <dgm:prSet/>
      <dgm:spPr/>
      <dgm:t>
        <a:bodyPr/>
        <a:lstStyle/>
        <a:p>
          <a:endParaRPr lang="en-US"/>
        </a:p>
      </dgm:t>
    </dgm:pt>
    <dgm:pt modelId="{73894967-211C-4EE3-920A-1899A9A262EC}" type="pres">
      <dgm:prSet presAssocID="{30E4E364-6D05-47E8-8300-82C7F567A4A9}" presName="root" presStyleCnt="0">
        <dgm:presLayoutVars>
          <dgm:dir/>
          <dgm:resizeHandles val="exact"/>
        </dgm:presLayoutVars>
      </dgm:prSet>
      <dgm:spPr/>
    </dgm:pt>
    <dgm:pt modelId="{7EAB1E72-4414-4331-8A53-B5C78FBC28AF}" type="pres">
      <dgm:prSet presAssocID="{89227B9E-DF03-4343-87A7-FE12A5CF4F64}" presName="compNode" presStyleCnt="0"/>
      <dgm:spPr/>
    </dgm:pt>
    <dgm:pt modelId="{47350582-2CE7-450E-B467-15601D657EFB}" type="pres">
      <dgm:prSet presAssocID="{89227B9E-DF03-4343-87A7-FE12A5CF4F64}" presName="bgRect" presStyleLbl="bgShp" presStyleIdx="0" presStyleCnt="5"/>
      <dgm:spPr/>
    </dgm:pt>
    <dgm:pt modelId="{6069472F-1523-4EC5-BCE9-C8DE70AE9A2F}" type="pres">
      <dgm:prSet presAssocID="{89227B9E-DF03-4343-87A7-FE12A5CF4F6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iter male with solid fill"/>
        </a:ext>
      </dgm:extLst>
    </dgm:pt>
    <dgm:pt modelId="{8F6A03B6-EBEF-489F-8EA8-F8FBCA27022D}" type="pres">
      <dgm:prSet presAssocID="{89227B9E-DF03-4343-87A7-FE12A5CF4F64}" presName="spaceRect" presStyleCnt="0"/>
      <dgm:spPr/>
    </dgm:pt>
    <dgm:pt modelId="{D6D9159F-C022-4D58-849D-57D9C8B280EC}" type="pres">
      <dgm:prSet presAssocID="{89227B9E-DF03-4343-87A7-FE12A5CF4F64}" presName="parTx" presStyleLbl="revTx" presStyleIdx="0" presStyleCnt="7" custLinFactNeighborX="5" custLinFactNeighborY="-15289">
        <dgm:presLayoutVars>
          <dgm:chMax val="0"/>
          <dgm:chPref val="0"/>
        </dgm:presLayoutVars>
      </dgm:prSet>
      <dgm:spPr/>
    </dgm:pt>
    <dgm:pt modelId="{F4027576-FBB5-4B3E-AEFE-FD2C1666ABB2}" type="pres">
      <dgm:prSet presAssocID="{1C5CF4D0-2A78-48B3-952C-EF019C7F7097}" presName="sibTrans" presStyleCnt="0"/>
      <dgm:spPr/>
    </dgm:pt>
    <dgm:pt modelId="{F8379A76-5F53-47B1-B03E-020C41F2DA2D}" type="pres">
      <dgm:prSet presAssocID="{D0B08D03-D339-4BA1-8C57-4BEA6423AD63}" presName="compNode" presStyleCnt="0"/>
      <dgm:spPr/>
    </dgm:pt>
    <dgm:pt modelId="{BBAC65CB-E9A0-47FC-9E46-3E79E6D0DC37}" type="pres">
      <dgm:prSet presAssocID="{D0B08D03-D339-4BA1-8C57-4BEA6423AD63}" presName="bgRect" presStyleLbl="bgShp" presStyleIdx="1" presStyleCnt="5" custScaleY="126944"/>
      <dgm:spPr/>
    </dgm:pt>
    <dgm:pt modelId="{D120B4BA-5B26-4CBC-A088-7CF8B0392D42}" type="pres">
      <dgm:prSet presAssocID="{D0B08D03-D339-4BA1-8C57-4BEA6423AD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 with solid fill"/>
        </a:ext>
      </dgm:extLst>
    </dgm:pt>
    <dgm:pt modelId="{B17DF059-5909-4FCA-9D66-F410CF8FF1B5}" type="pres">
      <dgm:prSet presAssocID="{D0B08D03-D339-4BA1-8C57-4BEA6423AD63}" presName="spaceRect" presStyleCnt="0"/>
      <dgm:spPr/>
    </dgm:pt>
    <dgm:pt modelId="{1C6B43E9-BF9F-4224-A3DA-7366BD34FC7A}" type="pres">
      <dgm:prSet presAssocID="{D0B08D03-D339-4BA1-8C57-4BEA6423AD63}" presName="parTx" presStyleLbl="revTx" presStyleIdx="1" presStyleCnt="7" custLinFactNeighborX="528" custLinFactNeighborY="-22933">
        <dgm:presLayoutVars>
          <dgm:chMax val="0"/>
          <dgm:chPref val="0"/>
        </dgm:presLayoutVars>
      </dgm:prSet>
      <dgm:spPr/>
    </dgm:pt>
    <dgm:pt modelId="{237BEBF2-63CB-45E9-8080-7DCEA038C1D3}" type="pres">
      <dgm:prSet presAssocID="{F4A5D79B-3754-4F64-B4E0-8A57982429D9}" presName="sibTrans" presStyleCnt="0"/>
      <dgm:spPr/>
    </dgm:pt>
    <dgm:pt modelId="{4F091F92-EFC0-48E1-84A6-2ACBF9028242}" type="pres">
      <dgm:prSet presAssocID="{0C2BCAED-6199-49A6-BE83-50D74B629983}" presName="compNode" presStyleCnt="0"/>
      <dgm:spPr/>
    </dgm:pt>
    <dgm:pt modelId="{75F32265-45D1-47C8-BCCC-824214931BC8}" type="pres">
      <dgm:prSet presAssocID="{0C2BCAED-6199-49A6-BE83-50D74B629983}" presName="bgRect" presStyleLbl="bgShp" presStyleIdx="2" presStyleCnt="5" custScaleY="195876" custLinFactNeighborX="-123" custLinFactNeighborY="-12575"/>
      <dgm:spPr/>
    </dgm:pt>
    <dgm:pt modelId="{0A270E29-9864-4A81-9AF5-58AD9BFA73FE}" type="pres">
      <dgm:prSet presAssocID="{0C2BCAED-6199-49A6-BE83-50D74B62998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with solid fill"/>
        </a:ext>
      </dgm:extLst>
    </dgm:pt>
    <dgm:pt modelId="{6ACE6414-5F2F-4A8C-AB8C-D7CD90C02DE5}" type="pres">
      <dgm:prSet presAssocID="{0C2BCAED-6199-49A6-BE83-50D74B629983}" presName="spaceRect" presStyleCnt="0"/>
      <dgm:spPr/>
    </dgm:pt>
    <dgm:pt modelId="{FA053784-F82E-4564-8846-AC7CF4BF2332}" type="pres">
      <dgm:prSet presAssocID="{0C2BCAED-6199-49A6-BE83-50D74B629983}" presName="parTx" presStyleLbl="revTx" presStyleIdx="2" presStyleCnt="7">
        <dgm:presLayoutVars>
          <dgm:chMax val="0"/>
          <dgm:chPref val="0"/>
        </dgm:presLayoutVars>
      </dgm:prSet>
      <dgm:spPr/>
    </dgm:pt>
    <dgm:pt modelId="{5432EB46-591C-4924-B060-554CFF98B0B4}" type="pres">
      <dgm:prSet presAssocID="{0C2BCAED-6199-49A6-BE83-50D74B629983}" presName="desTx" presStyleLbl="revTx" presStyleIdx="3" presStyleCnt="7" custScaleX="111004" custScaleY="62006" custLinFactNeighborX="-25589" custLinFactNeighborY="21690">
        <dgm:presLayoutVars/>
      </dgm:prSet>
      <dgm:spPr/>
    </dgm:pt>
    <dgm:pt modelId="{1573F30E-C86A-4245-9232-34570603E5A4}" type="pres">
      <dgm:prSet presAssocID="{07EE34D3-B206-48D5-9A15-152D317B415E}" presName="sibTrans" presStyleCnt="0"/>
      <dgm:spPr/>
    </dgm:pt>
    <dgm:pt modelId="{E9FD024D-4A3F-46E9-805C-592C53D40BA8}" type="pres">
      <dgm:prSet presAssocID="{B26F89C6-9B8E-4BCB-8893-31E870117199}" presName="compNode" presStyleCnt="0"/>
      <dgm:spPr/>
    </dgm:pt>
    <dgm:pt modelId="{23789754-9E7D-4192-A3B7-5C762232C80A}" type="pres">
      <dgm:prSet presAssocID="{B26F89C6-9B8E-4BCB-8893-31E870117199}" presName="bgRect" presStyleLbl="bgShp" presStyleIdx="3" presStyleCnt="5" custScaleY="222217"/>
      <dgm:spPr/>
    </dgm:pt>
    <dgm:pt modelId="{161BA62C-881E-49F6-BD73-6D61C7105B5B}" type="pres">
      <dgm:prSet presAssocID="{B26F89C6-9B8E-4BCB-8893-31E8701171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urdle with solid fill"/>
        </a:ext>
      </dgm:extLst>
    </dgm:pt>
    <dgm:pt modelId="{9AC603BE-0E86-47C2-86D3-ED8627A3A460}" type="pres">
      <dgm:prSet presAssocID="{B26F89C6-9B8E-4BCB-8893-31E870117199}" presName="spaceRect" presStyleCnt="0"/>
      <dgm:spPr/>
    </dgm:pt>
    <dgm:pt modelId="{E616A169-67B3-4C5D-9E69-773ABA975B3F}" type="pres">
      <dgm:prSet presAssocID="{B26F89C6-9B8E-4BCB-8893-31E870117199}" presName="parTx" presStyleLbl="revTx" presStyleIdx="4" presStyleCnt="7">
        <dgm:presLayoutVars>
          <dgm:chMax val="0"/>
          <dgm:chPref val="0"/>
        </dgm:presLayoutVars>
      </dgm:prSet>
      <dgm:spPr/>
    </dgm:pt>
    <dgm:pt modelId="{419367CD-C5F6-4EB4-A3C7-A742A79605F2}" type="pres">
      <dgm:prSet presAssocID="{B26F89C6-9B8E-4BCB-8893-31E870117199}" presName="desTx" presStyleLbl="revTx" presStyleIdx="5" presStyleCnt="7" custLinFactNeighborX="-31937" custLinFactNeighborY="-20000">
        <dgm:presLayoutVars/>
      </dgm:prSet>
      <dgm:spPr/>
    </dgm:pt>
    <dgm:pt modelId="{DF82B3E1-5984-444F-83FD-78D02296F87A}" type="pres">
      <dgm:prSet presAssocID="{57DCD739-1E9C-4281-9589-9813B114DEC5}" presName="sibTrans" presStyleCnt="0"/>
      <dgm:spPr/>
    </dgm:pt>
    <dgm:pt modelId="{8AB005C4-4E1A-46E0-9777-D5BEA8D2B1DC}" type="pres">
      <dgm:prSet presAssocID="{31DB6007-B7C3-4A53-B897-675B55A6986C}" presName="compNode" presStyleCnt="0"/>
      <dgm:spPr/>
    </dgm:pt>
    <dgm:pt modelId="{52475DDE-C5C4-4959-9C27-01AA61013A3A}" type="pres">
      <dgm:prSet presAssocID="{31DB6007-B7C3-4A53-B897-675B55A6986C}" presName="bgRect" presStyleLbl="bgShp" presStyleIdx="4" presStyleCnt="5" custScaleY="192750"/>
      <dgm:spPr/>
    </dgm:pt>
    <dgm:pt modelId="{BC30A851-C39B-4BD3-895A-1F4CDACE781A}" type="pres">
      <dgm:prSet presAssocID="{31DB6007-B7C3-4A53-B897-675B55A6986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el Bell with solid fill"/>
        </a:ext>
      </dgm:extLst>
    </dgm:pt>
    <dgm:pt modelId="{62C762AF-141A-454F-954A-EFFD4C601FFF}" type="pres">
      <dgm:prSet presAssocID="{31DB6007-B7C3-4A53-B897-675B55A6986C}" presName="spaceRect" presStyleCnt="0"/>
      <dgm:spPr/>
    </dgm:pt>
    <dgm:pt modelId="{ABBF0B72-B2DC-43DF-9059-8B95EB48E8AF}" type="pres">
      <dgm:prSet presAssocID="{31DB6007-B7C3-4A53-B897-675B55A6986C}" presName="parTx" presStyleLbl="revTx" presStyleIdx="6" presStyleCnt="7" custLinFactNeighborX="528" custLinFactNeighborY="-25481">
        <dgm:presLayoutVars>
          <dgm:chMax val="0"/>
          <dgm:chPref val="0"/>
        </dgm:presLayoutVars>
      </dgm:prSet>
      <dgm:spPr/>
    </dgm:pt>
  </dgm:ptLst>
  <dgm:cxnLst>
    <dgm:cxn modelId="{B9887B0A-53EF-45B7-A87F-38BA75E59A84}" type="presOf" srcId="{EF178E41-A218-4E3C-8E16-54560F89B992}" destId="{419367CD-C5F6-4EB4-A3C7-A742A79605F2}" srcOrd="0" destOrd="1" presId="urn:microsoft.com/office/officeart/2018/2/layout/IconVerticalSolidList"/>
    <dgm:cxn modelId="{68850C0C-96D7-4CC1-BF48-B81BF7C0B9AB}" srcId="{B26F89C6-9B8E-4BCB-8893-31E870117199}" destId="{569FD2FE-B069-46D0-867C-0358112CEB7F}" srcOrd="2" destOrd="0" parTransId="{C6275806-7690-49E0-B029-47F0C2B270B0}" sibTransId="{415DFEA9-D948-4877-B85E-7E64BBB1FB10}"/>
    <dgm:cxn modelId="{D636EB1A-BEC7-4EDD-8EBE-A780FA5AA7B1}" srcId="{30E4E364-6D05-47E8-8300-82C7F567A4A9}" destId="{31DB6007-B7C3-4A53-B897-675B55A6986C}" srcOrd="4" destOrd="0" parTransId="{A46A6A51-069E-42B5-BAC6-0120D303AF62}" sibTransId="{481F2A6C-C17E-4E27-8A85-A590D46589D4}"/>
    <dgm:cxn modelId="{40759625-D499-475E-84DC-ABF114A2ABD6}" type="presOf" srcId="{31DB6007-B7C3-4A53-B897-675B55A6986C}" destId="{ABBF0B72-B2DC-43DF-9059-8B95EB48E8AF}" srcOrd="0" destOrd="0" presId="urn:microsoft.com/office/officeart/2018/2/layout/IconVerticalSolidList"/>
    <dgm:cxn modelId="{62002431-B28B-473A-B45D-0EBAE3D23FD0}" type="presOf" srcId="{569FD2FE-B069-46D0-867C-0358112CEB7F}" destId="{419367CD-C5F6-4EB4-A3C7-A742A79605F2}" srcOrd="0" destOrd="2" presId="urn:microsoft.com/office/officeart/2018/2/layout/IconVerticalSolidList"/>
    <dgm:cxn modelId="{42293333-78D8-41D7-AF1C-3EFF4F1E4078}" srcId="{B26F89C6-9B8E-4BCB-8893-31E870117199}" destId="{EF178E41-A218-4E3C-8E16-54560F89B992}" srcOrd="1" destOrd="0" parTransId="{149C3994-542A-41AF-B252-0E76535009B1}" sibTransId="{5C3195E9-D308-43D8-883C-33CA9CCD51D8}"/>
    <dgm:cxn modelId="{39B3C637-76F4-4AF0-BC04-52572EFDC191}" srcId="{30E4E364-6D05-47E8-8300-82C7F567A4A9}" destId="{B26F89C6-9B8E-4BCB-8893-31E870117199}" srcOrd="3" destOrd="0" parTransId="{7B1787DC-8D51-49A9-9F4D-9C37A2D042E9}" sibTransId="{57DCD739-1E9C-4281-9589-9813B114DEC5}"/>
    <dgm:cxn modelId="{87C20C40-AA4A-44EC-A1F2-2CC2EFE4A6B0}" type="presOf" srcId="{6AC04DBB-DB46-46C3-974A-B1AF7EB59A8F}" destId="{5432EB46-591C-4924-B060-554CFF98B0B4}" srcOrd="0" destOrd="0" presId="urn:microsoft.com/office/officeart/2018/2/layout/IconVerticalSolidList"/>
    <dgm:cxn modelId="{9476D540-1920-4F6B-869C-D611C5A3B87E}" type="presOf" srcId="{89227B9E-DF03-4343-87A7-FE12A5CF4F64}" destId="{D6D9159F-C022-4D58-849D-57D9C8B280EC}" srcOrd="0" destOrd="0" presId="urn:microsoft.com/office/officeart/2018/2/layout/IconVerticalSolidList"/>
    <dgm:cxn modelId="{FE0B5548-E1B3-4830-8EA2-3660AC7FA85F}" type="presOf" srcId="{B26F89C6-9B8E-4BCB-8893-31E870117199}" destId="{E616A169-67B3-4C5D-9E69-773ABA975B3F}" srcOrd="0" destOrd="0" presId="urn:microsoft.com/office/officeart/2018/2/layout/IconVerticalSolidList"/>
    <dgm:cxn modelId="{2F83C049-70B4-4435-BED2-8E031BE64C62}" type="presOf" srcId="{B6ADD854-00BA-444B-A36A-B7A3540E0D96}" destId="{419367CD-C5F6-4EB4-A3C7-A742A79605F2}" srcOrd="0" destOrd="0" presId="urn:microsoft.com/office/officeart/2018/2/layout/IconVerticalSolidList"/>
    <dgm:cxn modelId="{1AC0E950-0F2D-456B-A5A6-6BFACE9F638A}" type="presOf" srcId="{D0B08D03-D339-4BA1-8C57-4BEA6423AD63}" destId="{1C6B43E9-BF9F-4224-A3DA-7366BD34FC7A}" srcOrd="0" destOrd="0" presId="urn:microsoft.com/office/officeart/2018/2/layout/IconVerticalSolidList"/>
    <dgm:cxn modelId="{7AA5B87C-F31A-4220-A6B3-5D242BFC99E4}" type="presOf" srcId="{30E4E364-6D05-47E8-8300-82C7F567A4A9}" destId="{73894967-211C-4EE3-920A-1899A9A262EC}" srcOrd="0" destOrd="0" presId="urn:microsoft.com/office/officeart/2018/2/layout/IconVerticalSolidList"/>
    <dgm:cxn modelId="{FF741581-2655-4686-A550-8CDF0C7CDE70}" srcId="{B26F89C6-9B8E-4BCB-8893-31E870117199}" destId="{B6ADD854-00BA-444B-A36A-B7A3540E0D96}" srcOrd="0" destOrd="0" parTransId="{2BC5C081-2FC8-413E-ACF5-A7BE41DB7284}" sibTransId="{F9C562DD-06B9-467F-B7A1-276EB4ABBA13}"/>
    <dgm:cxn modelId="{CC703EA4-2D33-4E92-96CA-9A05FCDD726A}" type="presOf" srcId="{0C2BCAED-6199-49A6-BE83-50D74B629983}" destId="{FA053784-F82E-4564-8846-AC7CF4BF2332}" srcOrd="0" destOrd="0" presId="urn:microsoft.com/office/officeart/2018/2/layout/IconVerticalSolidList"/>
    <dgm:cxn modelId="{8A5143B9-D93D-4271-8433-0F800CE8DA7B}" srcId="{30E4E364-6D05-47E8-8300-82C7F567A4A9}" destId="{D0B08D03-D339-4BA1-8C57-4BEA6423AD63}" srcOrd="1" destOrd="0" parTransId="{EAC2B7DD-BF76-4638-A538-B8F343813D3F}" sibTransId="{F4A5D79B-3754-4F64-B4E0-8A57982429D9}"/>
    <dgm:cxn modelId="{DB12C2CC-FFB5-4BD5-903E-ADCEA1308D1B}" srcId="{30E4E364-6D05-47E8-8300-82C7F567A4A9}" destId="{89227B9E-DF03-4343-87A7-FE12A5CF4F64}" srcOrd="0" destOrd="0" parTransId="{89E39CF6-49E1-4E06-BF89-72C70F6FCD8E}" sibTransId="{1C5CF4D0-2A78-48B3-952C-EF019C7F7097}"/>
    <dgm:cxn modelId="{44719FE8-8F76-43CC-8EC5-DACAC6854A09}" srcId="{0C2BCAED-6199-49A6-BE83-50D74B629983}" destId="{6AC04DBB-DB46-46C3-974A-B1AF7EB59A8F}" srcOrd="0" destOrd="0" parTransId="{E81A4CE0-6875-431C-82FC-E03A8C9760E8}" sibTransId="{A08DA5D0-ED3A-4138-92BC-82E129025AF4}"/>
    <dgm:cxn modelId="{33402BF4-EBDC-4284-A5BD-5E321BFFAC0B}" srcId="{30E4E364-6D05-47E8-8300-82C7F567A4A9}" destId="{0C2BCAED-6199-49A6-BE83-50D74B629983}" srcOrd="2" destOrd="0" parTransId="{AAB572BC-4134-4702-AFF7-E32CB3F962B8}" sibTransId="{07EE34D3-B206-48D5-9A15-152D317B415E}"/>
    <dgm:cxn modelId="{F17D1FAE-CC24-483B-BCAF-D49E28205D19}" type="presParOf" srcId="{73894967-211C-4EE3-920A-1899A9A262EC}" destId="{7EAB1E72-4414-4331-8A53-B5C78FBC28AF}" srcOrd="0" destOrd="0" presId="urn:microsoft.com/office/officeart/2018/2/layout/IconVerticalSolidList"/>
    <dgm:cxn modelId="{A1E6A462-C109-4015-A1E6-D9621B4896C9}" type="presParOf" srcId="{7EAB1E72-4414-4331-8A53-B5C78FBC28AF}" destId="{47350582-2CE7-450E-B467-15601D657EFB}" srcOrd="0" destOrd="0" presId="urn:microsoft.com/office/officeart/2018/2/layout/IconVerticalSolidList"/>
    <dgm:cxn modelId="{52121A3C-BAB8-4685-A3BA-280E4628C823}" type="presParOf" srcId="{7EAB1E72-4414-4331-8A53-B5C78FBC28AF}" destId="{6069472F-1523-4EC5-BCE9-C8DE70AE9A2F}" srcOrd="1" destOrd="0" presId="urn:microsoft.com/office/officeart/2018/2/layout/IconVerticalSolidList"/>
    <dgm:cxn modelId="{E3EB8DE6-6A25-48B1-94E5-C68A64444A90}" type="presParOf" srcId="{7EAB1E72-4414-4331-8A53-B5C78FBC28AF}" destId="{8F6A03B6-EBEF-489F-8EA8-F8FBCA27022D}" srcOrd="2" destOrd="0" presId="urn:microsoft.com/office/officeart/2018/2/layout/IconVerticalSolidList"/>
    <dgm:cxn modelId="{9A594913-6AA7-4963-952A-C5D63278B6D8}" type="presParOf" srcId="{7EAB1E72-4414-4331-8A53-B5C78FBC28AF}" destId="{D6D9159F-C022-4D58-849D-57D9C8B280EC}" srcOrd="3" destOrd="0" presId="urn:microsoft.com/office/officeart/2018/2/layout/IconVerticalSolidList"/>
    <dgm:cxn modelId="{3778FE68-6CBD-43F5-A1A2-1DFD650B761A}" type="presParOf" srcId="{73894967-211C-4EE3-920A-1899A9A262EC}" destId="{F4027576-FBB5-4B3E-AEFE-FD2C1666ABB2}" srcOrd="1" destOrd="0" presId="urn:microsoft.com/office/officeart/2018/2/layout/IconVerticalSolidList"/>
    <dgm:cxn modelId="{8F03F2F6-5874-494E-8E8E-0981F451515A}" type="presParOf" srcId="{73894967-211C-4EE3-920A-1899A9A262EC}" destId="{F8379A76-5F53-47B1-B03E-020C41F2DA2D}" srcOrd="2" destOrd="0" presId="urn:microsoft.com/office/officeart/2018/2/layout/IconVerticalSolidList"/>
    <dgm:cxn modelId="{6018E9F1-8872-400D-B087-CAC7630A7AD6}" type="presParOf" srcId="{F8379A76-5F53-47B1-B03E-020C41F2DA2D}" destId="{BBAC65CB-E9A0-47FC-9E46-3E79E6D0DC37}" srcOrd="0" destOrd="0" presId="urn:microsoft.com/office/officeart/2018/2/layout/IconVerticalSolidList"/>
    <dgm:cxn modelId="{02CE6948-EE23-4DF3-A759-AC2F3E5B4BC6}" type="presParOf" srcId="{F8379A76-5F53-47B1-B03E-020C41F2DA2D}" destId="{D120B4BA-5B26-4CBC-A088-7CF8B0392D42}" srcOrd="1" destOrd="0" presId="urn:microsoft.com/office/officeart/2018/2/layout/IconVerticalSolidList"/>
    <dgm:cxn modelId="{7EF3BAAA-74BA-42BE-8F08-E1F7C3811EBD}" type="presParOf" srcId="{F8379A76-5F53-47B1-B03E-020C41F2DA2D}" destId="{B17DF059-5909-4FCA-9D66-F410CF8FF1B5}" srcOrd="2" destOrd="0" presId="urn:microsoft.com/office/officeart/2018/2/layout/IconVerticalSolidList"/>
    <dgm:cxn modelId="{F1CDC135-37F1-4B7D-A018-D3039F0EA7D4}" type="presParOf" srcId="{F8379A76-5F53-47B1-B03E-020C41F2DA2D}" destId="{1C6B43E9-BF9F-4224-A3DA-7366BD34FC7A}" srcOrd="3" destOrd="0" presId="urn:microsoft.com/office/officeart/2018/2/layout/IconVerticalSolidList"/>
    <dgm:cxn modelId="{43579CDC-BA49-40ED-8D15-ACDD0A98BF98}" type="presParOf" srcId="{73894967-211C-4EE3-920A-1899A9A262EC}" destId="{237BEBF2-63CB-45E9-8080-7DCEA038C1D3}" srcOrd="3" destOrd="0" presId="urn:microsoft.com/office/officeart/2018/2/layout/IconVerticalSolidList"/>
    <dgm:cxn modelId="{8B530DDA-9F77-41E0-85BD-1A0EFA1606E3}" type="presParOf" srcId="{73894967-211C-4EE3-920A-1899A9A262EC}" destId="{4F091F92-EFC0-48E1-84A6-2ACBF9028242}" srcOrd="4" destOrd="0" presId="urn:microsoft.com/office/officeart/2018/2/layout/IconVerticalSolidList"/>
    <dgm:cxn modelId="{EDC766CD-E503-4225-BA4F-BD53FD3750FA}" type="presParOf" srcId="{4F091F92-EFC0-48E1-84A6-2ACBF9028242}" destId="{75F32265-45D1-47C8-BCCC-824214931BC8}" srcOrd="0" destOrd="0" presId="urn:microsoft.com/office/officeart/2018/2/layout/IconVerticalSolidList"/>
    <dgm:cxn modelId="{C63936FD-879E-4D32-A375-46FB28D2EADF}" type="presParOf" srcId="{4F091F92-EFC0-48E1-84A6-2ACBF9028242}" destId="{0A270E29-9864-4A81-9AF5-58AD9BFA73FE}" srcOrd="1" destOrd="0" presId="urn:microsoft.com/office/officeart/2018/2/layout/IconVerticalSolidList"/>
    <dgm:cxn modelId="{91D84111-3AE1-4027-81D4-E982CFE5829F}" type="presParOf" srcId="{4F091F92-EFC0-48E1-84A6-2ACBF9028242}" destId="{6ACE6414-5F2F-4A8C-AB8C-D7CD90C02DE5}" srcOrd="2" destOrd="0" presId="urn:microsoft.com/office/officeart/2018/2/layout/IconVerticalSolidList"/>
    <dgm:cxn modelId="{D9080295-438D-42DA-B193-1F9630A19D12}" type="presParOf" srcId="{4F091F92-EFC0-48E1-84A6-2ACBF9028242}" destId="{FA053784-F82E-4564-8846-AC7CF4BF2332}" srcOrd="3" destOrd="0" presId="urn:microsoft.com/office/officeart/2018/2/layout/IconVerticalSolidList"/>
    <dgm:cxn modelId="{7FEE36A3-CFEB-4522-BE11-BFECB8C72EB0}" type="presParOf" srcId="{4F091F92-EFC0-48E1-84A6-2ACBF9028242}" destId="{5432EB46-591C-4924-B060-554CFF98B0B4}" srcOrd="4" destOrd="0" presId="urn:microsoft.com/office/officeart/2018/2/layout/IconVerticalSolidList"/>
    <dgm:cxn modelId="{BD8BEAD1-CFCE-4127-94A6-B535E20D420A}" type="presParOf" srcId="{73894967-211C-4EE3-920A-1899A9A262EC}" destId="{1573F30E-C86A-4245-9232-34570603E5A4}" srcOrd="5" destOrd="0" presId="urn:microsoft.com/office/officeart/2018/2/layout/IconVerticalSolidList"/>
    <dgm:cxn modelId="{E1FA23E8-681C-46CD-8CFB-21436C6C2BCC}" type="presParOf" srcId="{73894967-211C-4EE3-920A-1899A9A262EC}" destId="{E9FD024D-4A3F-46E9-805C-592C53D40BA8}" srcOrd="6" destOrd="0" presId="urn:microsoft.com/office/officeart/2018/2/layout/IconVerticalSolidList"/>
    <dgm:cxn modelId="{63709A75-557D-46D4-99F6-1B2A5D7FB7C6}" type="presParOf" srcId="{E9FD024D-4A3F-46E9-805C-592C53D40BA8}" destId="{23789754-9E7D-4192-A3B7-5C762232C80A}" srcOrd="0" destOrd="0" presId="urn:microsoft.com/office/officeart/2018/2/layout/IconVerticalSolidList"/>
    <dgm:cxn modelId="{B54BE266-8066-4A18-BC87-8DAD611A2285}" type="presParOf" srcId="{E9FD024D-4A3F-46E9-805C-592C53D40BA8}" destId="{161BA62C-881E-49F6-BD73-6D61C7105B5B}" srcOrd="1" destOrd="0" presId="urn:microsoft.com/office/officeart/2018/2/layout/IconVerticalSolidList"/>
    <dgm:cxn modelId="{FA12E639-2AAE-48DF-A78C-36EE7E4F9897}" type="presParOf" srcId="{E9FD024D-4A3F-46E9-805C-592C53D40BA8}" destId="{9AC603BE-0E86-47C2-86D3-ED8627A3A460}" srcOrd="2" destOrd="0" presId="urn:microsoft.com/office/officeart/2018/2/layout/IconVerticalSolidList"/>
    <dgm:cxn modelId="{F4039538-CB81-4257-A1A8-FEDD8D5250AE}" type="presParOf" srcId="{E9FD024D-4A3F-46E9-805C-592C53D40BA8}" destId="{E616A169-67B3-4C5D-9E69-773ABA975B3F}" srcOrd="3" destOrd="0" presId="urn:microsoft.com/office/officeart/2018/2/layout/IconVerticalSolidList"/>
    <dgm:cxn modelId="{AC4A790C-C1B9-4159-8353-9449CB6FCD09}" type="presParOf" srcId="{E9FD024D-4A3F-46E9-805C-592C53D40BA8}" destId="{419367CD-C5F6-4EB4-A3C7-A742A79605F2}" srcOrd="4" destOrd="0" presId="urn:microsoft.com/office/officeart/2018/2/layout/IconVerticalSolidList"/>
    <dgm:cxn modelId="{8A5D3406-7580-4F51-A390-335BB1B2595B}" type="presParOf" srcId="{73894967-211C-4EE3-920A-1899A9A262EC}" destId="{DF82B3E1-5984-444F-83FD-78D02296F87A}" srcOrd="7" destOrd="0" presId="urn:microsoft.com/office/officeart/2018/2/layout/IconVerticalSolidList"/>
    <dgm:cxn modelId="{C470371F-03DE-452C-B0D6-ED1EA04A2CC1}" type="presParOf" srcId="{73894967-211C-4EE3-920A-1899A9A262EC}" destId="{8AB005C4-4E1A-46E0-9777-D5BEA8D2B1DC}" srcOrd="8" destOrd="0" presId="urn:microsoft.com/office/officeart/2018/2/layout/IconVerticalSolidList"/>
    <dgm:cxn modelId="{8735BE3E-7E80-4D86-B43D-D32BF43D3E58}" type="presParOf" srcId="{8AB005C4-4E1A-46E0-9777-D5BEA8D2B1DC}" destId="{52475DDE-C5C4-4959-9C27-01AA61013A3A}" srcOrd="0" destOrd="0" presId="urn:microsoft.com/office/officeart/2018/2/layout/IconVerticalSolidList"/>
    <dgm:cxn modelId="{A64F82BD-476A-4EE3-AE12-4BCF879A5A23}" type="presParOf" srcId="{8AB005C4-4E1A-46E0-9777-D5BEA8D2B1DC}" destId="{BC30A851-C39B-4BD3-895A-1F4CDACE781A}" srcOrd="1" destOrd="0" presId="urn:microsoft.com/office/officeart/2018/2/layout/IconVerticalSolidList"/>
    <dgm:cxn modelId="{FCF4C2B1-985D-4C11-8458-EF529B5C0FBC}" type="presParOf" srcId="{8AB005C4-4E1A-46E0-9777-D5BEA8D2B1DC}" destId="{62C762AF-141A-454F-954A-EFFD4C601FFF}" srcOrd="2" destOrd="0" presId="urn:microsoft.com/office/officeart/2018/2/layout/IconVerticalSolidList"/>
    <dgm:cxn modelId="{6339E8A3-F462-42C8-B1FC-C1F4343E0ABF}" type="presParOf" srcId="{8AB005C4-4E1A-46E0-9777-D5BEA8D2B1DC}" destId="{ABBF0B72-B2DC-43DF-9059-8B95EB48E8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612C4F-EF48-44C8-AF95-CAACD4D0995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1BC18BB-BFB6-44BF-A748-F6FF2BC6D31E}">
      <dgm:prSet/>
      <dgm:spPr/>
      <dgm:t>
        <a:bodyPr/>
        <a:lstStyle/>
        <a:p>
          <a:r>
            <a:rPr lang="en-US"/>
            <a:t>Total Revenue</a:t>
          </a:r>
        </a:p>
      </dgm:t>
    </dgm:pt>
    <dgm:pt modelId="{39063469-1746-42E8-AE67-2177F6F8DA3A}" type="parTrans" cxnId="{C9DF9A8A-91C4-4EF4-8BB5-8F46A53DE768}">
      <dgm:prSet/>
      <dgm:spPr/>
      <dgm:t>
        <a:bodyPr/>
        <a:lstStyle/>
        <a:p>
          <a:endParaRPr lang="en-US"/>
        </a:p>
      </dgm:t>
    </dgm:pt>
    <dgm:pt modelId="{B0D4B78D-9F28-4B58-AB4E-3544DA8FA62C}" type="sibTrans" cxnId="{C9DF9A8A-91C4-4EF4-8BB5-8F46A53DE768}">
      <dgm:prSet/>
      <dgm:spPr/>
      <dgm:t>
        <a:bodyPr/>
        <a:lstStyle/>
        <a:p>
          <a:endParaRPr lang="en-US"/>
        </a:p>
      </dgm:t>
    </dgm:pt>
    <dgm:pt modelId="{B8A925B7-C143-4C78-B24B-C87D7F54514E}">
      <dgm:prSet/>
      <dgm:spPr/>
      <dgm:t>
        <a:bodyPr/>
        <a:lstStyle/>
        <a:p>
          <a:r>
            <a:rPr lang="en-US"/>
            <a:t>Occupancy </a:t>
          </a:r>
        </a:p>
      </dgm:t>
    </dgm:pt>
    <dgm:pt modelId="{E10A9228-F430-4630-83A0-49DA860CD875}" type="parTrans" cxnId="{176A9131-9A53-418A-AA02-C566DD7A8DB1}">
      <dgm:prSet/>
      <dgm:spPr/>
      <dgm:t>
        <a:bodyPr/>
        <a:lstStyle/>
        <a:p>
          <a:endParaRPr lang="en-US"/>
        </a:p>
      </dgm:t>
    </dgm:pt>
    <dgm:pt modelId="{4B9462CE-E7F5-4AA6-9035-1609B621CC66}" type="sibTrans" cxnId="{176A9131-9A53-418A-AA02-C566DD7A8DB1}">
      <dgm:prSet/>
      <dgm:spPr/>
      <dgm:t>
        <a:bodyPr/>
        <a:lstStyle/>
        <a:p>
          <a:endParaRPr lang="en-US"/>
        </a:p>
      </dgm:t>
    </dgm:pt>
    <dgm:pt modelId="{2A99C0C3-6D2A-4E45-96C5-978477D13282}">
      <dgm:prSet/>
      <dgm:spPr/>
      <dgm:t>
        <a:bodyPr/>
        <a:lstStyle/>
        <a:p>
          <a:r>
            <a:rPr lang="en-US"/>
            <a:t>Cancellation Rate</a:t>
          </a:r>
        </a:p>
      </dgm:t>
    </dgm:pt>
    <dgm:pt modelId="{FB7928F6-B5A2-431A-A08C-B220E651DFC0}" type="parTrans" cxnId="{F2DA9053-B162-4BAC-924A-C23AF1E94C6C}">
      <dgm:prSet/>
      <dgm:spPr/>
      <dgm:t>
        <a:bodyPr/>
        <a:lstStyle/>
        <a:p>
          <a:endParaRPr lang="en-US"/>
        </a:p>
      </dgm:t>
    </dgm:pt>
    <dgm:pt modelId="{56CD8239-2BC5-4B71-951D-C621E93240AA}" type="sibTrans" cxnId="{F2DA9053-B162-4BAC-924A-C23AF1E94C6C}">
      <dgm:prSet/>
      <dgm:spPr/>
      <dgm:t>
        <a:bodyPr/>
        <a:lstStyle/>
        <a:p>
          <a:endParaRPr lang="en-US"/>
        </a:p>
      </dgm:t>
    </dgm:pt>
    <dgm:pt modelId="{9B7EFD8B-B141-459A-A410-45794CC0245F}">
      <dgm:prSet/>
      <dgm:spPr/>
      <dgm:t>
        <a:bodyPr/>
        <a:lstStyle/>
        <a:p>
          <a:r>
            <a:rPr lang="en-US"/>
            <a:t>Total Booking</a:t>
          </a:r>
        </a:p>
      </dgm:t>
    </dgm:pt>
    <dgm:pt modelId="{9467AC2B-7073-402B-899A-E29D65B12EC8}" type="parTrans" cxnId="{CB22B189-DA21-4537-8004-BFD499F89013}">
      <dgm:prSet/>
      <dgm:spPr/>
      <dgm:t>
        <a:bodyPr/>
        <a:lstStyle/>
        <a:p>
          <a:endParaRPr lang="en-US"/>
        </a:p>
      </dgm:t>
    </dgm:pt>
    <dgm:pt modelId="{44D505C3-2D32-4291-B111-8BFE4D935F96}" type="sibTrans" cxnId="{CB22B189-DA21-4537-8004-BFD499F89013}">
      <dgm:prSet/>
      <dgm:spPr/>
      <dgm:t>
        <a:bodyPr/>
        <a:lstStyle/>
        <a:p>
          <a:endParaRPr lang="en-US"/>
        </a:p>
      </dgm:t>
    </dgm:pt>
    <dgm:pt modelId="{560476E2-D7D7-43AE-B256-3B5343909C9E}">
      <dgm:prSet/>
      <dgm:spPr/>
      <dgm:t>
        <a:bodyPr/>
        <a:lstStyle/>
        <a:p>
          <a:r>
            <a:rPr lang="en-US"/>
            <a:t>Utilize capacity </a:t>
          </a:r>
        </a:p>
      </dgm:t>
    </dgm:pt>
    <dgm:pt modelId="{E00E4AE8-0E13-4B5E-932E-20DC89FDEB44}" type="parTrans" cxnId="{01192C33-7BDE-4C27-B2A8-9C7BCD3CD0B4}">
      <dgm:prSet/>
      <dgm:spPr/>
      <dgm:t>
        <a:bodyPr/>
        <a:lstStyle/>
        <a:p>
          <a:endParaRPr lang="en-US"/>
        </a:p>
      </dgm:t>
    </dgm:pt>
    <dgm:pt modelId="{9C08DFDA-2675-47AD-BEE1-C8187372CD82}" type="sibTrans" cxnId="{01192C33-7BDE-4C27-B2A8-9C7BCD3CD0B4}">
      <dgm:prSet/>
      <dgm:spPr/>
      <dgm:t>
        <a:bodyPr/>
        <a:lstStyle/>
        <a:p>
          <a:endParaRPr lang="en-US"/>
        </a:p>
      </dgm:t>
    </dgm:pt>
    <dgm:pt modelId="{5188E7A3-F942-4E32-8747-D2DE4EAF54A0}">
      <dgm:prSet/>
      <dgm:spPr/>
      <dgm:t>
        <a:bodyPr/>
        <a:lstStyle/>
        <a:p>
          <a:r>
            <a:rPr lang="en-US"/>
            <a:t>Trend Analysis </a:t>
          </a:r>
        </a:p>
      </dgm:t>
    </dgm:pt>
    <dgm:pt modelId="{2D07B8EB-8D1E-4B0B-B28C-C5E769991121}" type="parTrans" cxnId="{F6BF42F8-2445-4969-AF43-EA9910B5BC20}">
      <dgm:prSet/>
      <dgm:spPr/>
      <dgm:t>
        <a:bodyPr/>
        <a:lstStyle/>
        <a:p>
          <a:endParaRPr lang="en-US"/>
        </a:p>
      </dgm:t>
    </dgm:pt>
    <dgm:pt modelId="{C7EAA785-B991-46BE-AF8D-6A70968C01F1}" type="sibTrans" cxnId="{F6BF42F8-2445-4969-AF43-EA9910B5BC20}">
      <dgm:prSet/>
      <dgm:spPr/>
      <dgm:t>
        <a:bodyPr/>
        <a:lstStyle/>
        <a:p>
          <a:endParaRPr lang="en-US"/>
        </a:p>
      </dgm:t>
    </dgm:pt>
    <dgm:pt modelId="{8949B104-3082-4FB1-9E27-A22B4AF10BBF}">
      <dgm:prSet/>
      <dgm:spPr/>
      <dgm:t>
        <a:bodyPr/>
        <a:lstStyle/>
        <a:p>
          <a:r>
            <a:rPr lang="en-US"/>
            <a:t>Weekday  &amp; Weekend  Revenue and Booking</a:t>
          </a:r>
        </a:p>
      </dgm:t>
    </dgm:pt>
    <dgm:pt modelId="{A3DB7BC0-5865-4C92-B806-84B71DE5BED3}" type="parTrans" cxnId="{E67639C0-23DD-44D0-B79F-ADCDF00BF3FB}">
      <dgm:prSet/>
      <dgm:spPr/>
      <dgm:t>
        <a:bodyPr/>
        <a:lstStyle/>
        <a:p>
          <a:endParaRPr lang="en-US"/>
        </a:p>
      </dgm:t>
    </dgm:pt>
    <dgm:pt modelId="{4FB9516E-14B1-4A20-A55B-04B859D23D7D}" type="sibTrans" cxnId="{E67639C0-23DD-44D0-B79F-ADCDF00BF3FB}">
      <dgm:prSet/>
      <dgm:spPr/>
      <dgm:t>
        <a:bodyPr/>
        <a:lstStyle/>
        <a:p>
          <a:endParaRPr lang="en-US"/>
        </a:p>
      </dgm:t>
    </dgm:pt>
    <dgm:pt modelId="{49DFA18B-3476-40DB-A149-A5B357B76870}">
      <dgm:prSet/>
      <dgm:spPr/>
      <dgm:t>
        <a:bodyPr/>
        <a:lstStyle/>
        <a:p>
          <a:r>
            <a:rPr lang="en-US"/>
            <a:t>Revenue by State &amp; hotel</a:t>
          </a:r>
        </a:p>
      </dgm:t>
    </dgm:pt>
    <dgm:pt modelId="{60FD205E-C53B-4C38-9CD0-150836952ABC}" type="parTrans" cxnId="{283FAFD9-32B9-4705-93AF-1F3A4DAD2956}">
      <dgm:prSet/>
      <dgm:spPr/>
      <dgm:t>
        <a:bodyPr/>
        <a:lstStyle/>
        <a:p>
          <a:endParaRPr lang="en-US"/>
        </a:p>
      </dgm:t>
    </dgm:pt>
    <dgm:pt modelId="{E1A9CE7C-D34D-4E23-92D0-82F59B273E35}" type="sibTrans" cxnId="{283FAFD9-32B9-4705-93AF-1F3A4DAD2956}">
      <dgm:prSet/>
      <dgm:spPr/>
      <dgm:t>
        <a:bodyPr/>
        <a:lstStyle/>
        <a:p>
          <a:endParaRPr lang="en-US"/>
        </a:p>
      </dgm:t>
    </dgm:pt>
    <dgm:pt modelId="{234A36C7-F4CE-41FF-9552-660AEA8DEB87}">
      <dgm:prSet/>
      <dgm:spPr/>
      <dgm:t>
        <a:bodyPr/>
        <a:lstStyle/>
        <a:p>
          <a:r>
            <a:rPr lang="en-US"/>
            <a:t>Class Wise Revenue</a:t>
          </a:r>
        </a:p>
      </dgm:t>
    </dgm:pt>
    <dgm:pt modelId="{83F9D1DC-0EB9-4F72-AA88-A8ADD19830D0}" type="parTrans" cxnId="{D3FC5EDC-A549-4279-B0D8-622F79256F78}">
      <dgm:prSet/>
      <dgm:spPr/>
      <dgm:t>
        <a:bodyPr/>
        <a:lstStyle/>
        <a:p>
          <a:endParaRPr lang="en-US"/>
        </a:p>
      </dgm:t>
    </dgm:pt>
    <dgm:pt modelId="{98AD6982-5F6E-4A80-A43B-ED9CE13FBC41}" type="sibTrans" cxnId="{D3FC5EDC-A549-4279-B0D8-622F79256F78}">
      <dgm:prSet/>
      <dgm:spPr/>
      <dgm:t>
        <a:bodyPr/>
        <a:lstStyle/>
        <a:p>
          <a:endParaRPr lang="en-US"/>
        </a:p>
      </dgm:t>
    </dgm:pt>
    <dgm:pt modelId="{6F567DCE-C65B-49F4-AEB2-CEDD58A7792D}">
      <dgm:prSet/>
      <dgm:spPr/>
      <dgm:t>
        <a:bodyPr/>
        <a:lstStyle/>
        <a:p>
          <a:r>
            <a:rPr lang="en-US"/>
            <a:t>Checked out cancel No show</a:t>
          </a:r>
        </a:p>
      </dgm:t>
    </dgm:pt>
    <dgm:pt modelId="{8B800564-F0CC-445B-897C-0A7D688BFA21}" type="parTrans" cxnId="{682579B8-955D-4B1A-82FC-8C5712B0C8D1}">
      <dgm:prSet/>
      <dgm:spPr/>
      <dgm:t>
        <a:bodyPr/>
        <a:lstStyle/>
        <a:p>
          <a:endParaRPr lang="en-US"/>
        </a:p>
      </dgm:t>
    </dgm:pt>
    <dgm:pt modelId="{DF7263EC-2D63-4BF5-952E-297CC1071B4E}" type="sibTrans" cxnId="{682579B8-955D-4B1A-82FC-8C5712B0C8D1}">
      <dgm:prSet/>
      <dgm:spPr/>
      <dgm:t>
        <a:bodyPr/>
        <a:lstStyle/>
        <a:p>
          <a:endParaRPr lang="en-US"/>
        </a:p>
      </dgm:t>
    </dgm:pt>
    <dgm:pt modelId="{B1CA6752-856C-4558-867F-6E7FC8259259}">
      <dgm:prSet/>
      <dgm:spPr/>
      <dgm:t>
        <a:bodyPr/>
        <a:lstStyle/>
        <a:p>
          <a:r>
            <a:rPr lang="en-US"/>
            <a:t>Weekly trend Key trend (Revenue, Total booking, Occupancy) </a:t>
          </a:r>
        </a:p>
      </dgm:t>
    </dgm:pt>
    <dgm:pt modelId="{78A017C7-EBDD-4185-ADA4-7B6E69995F7A}" type="parTrans" cxnId="{CF1EA4F9-8976-4639-BE27-6588828F114F}">
      <dgm:prSet/>
      <dgm:spPr/>
      <dgm:t>
        <a:bodyPr/>
        <a:lstStyle/>
        <a:p>
          <a:endParaRPr lang="en-US"/>
        </a:p>
      </dgm:t>
    </dgm:pt>
    <dgm:pt modelId="{D3D5F464-6705-4BAA-B145-9E8B1B72F88B}" type="sibTrans" cxnId="{CF1EA4F9-8976-4639-BE27-6588828F114F}">
      <dgm:prSet/>
      <dgm:spPr/>
      <dgm:t>
        <a:bodyPr/>
        <a:lstStyle/>
        <a:p>
          <a:endParaRPr lang="en-US"/>
        </a:p>
      </dgm:t>
    </dgm:pt>
    <dgm:pt modelId="{2BCEA0DA-86B8-457C-BFF8-8C5BC0D58F09}" type="pres">
      <dgm:prSet presAssocID="{F6612C4F-EF48-44C8-AF95-CAACD4D09950}" presName="vert0" presStyleCnt="0">
        <dgm:presLayoutVars>
          <dgm:dir/>
          <dgm:animOne val="branch"/>
          <dgm:animLvl val="lvl"/>
        </dgm:presLayoutVars>
      </dgm:prSet>
      <dgm:spPr/>
    </dgm:pt>
    <dgm:pt modelId="{463AB26F-1CA4-4733-970A-0441F2046727}" type="pres">
      <dgm:prSet presAssocID="{61BC18BB-BFB6-44BF-A748-F6FF2BC6D31E}" presName="thickLine" presStyleLbl="alignNode1" presStyleIdx="0" presStyleCnt="11"/>
      <dgm:spPr/>
    </dgm:pt>
    <dgm:pt modelId="{3ACDAB2E-207E-4256-99D1-68D7D4FBFE07}" type="pres">
      <dgm:prSet presAssocID="{61BC18BB-BFB6-44BF-A748-F6FF2BC6D31E}" presName="horz1" presStyleCnt="0"/>
      <dgm:spPr/>
    </dgm:pt>
    <dgm:pt modelId="{E040E663-B1CB-4926-BED1-2E28FDEB5FD8}" type="pres">
      <dgm:prSet presAssocID="{61BC18BB-BFB6-44BF-A748-F6FF2BC6D31E}" presName="tx1" presStyleLbl="revTx" presStyleIdx="0" presStyleCnt="11"/>
      <dgm:spPr/>
    </dgm:pt>
    <dgm:pt modelId="{97341C22-70DE-40DF-B283-FF0CA7B0D90B}" type="pres">
      <dgm:prSet presAssocID="{61BC18BB-BFB6-44BF-A748-F6FF2BC6D31E}" presName="vert1" presStyleCnt="0"/>
      <dgm:spPr/>
    </dgm:pt>
    <dgm:pt modelId="{1151B5D0-5E5B-4AA4-BFCF-1C044FDA3036}" type="pres">
      <dgm:prSet presAssocID="{B8A925B7-C143-4C78-B24B-C87D7F54514E}" presName="thickLine" presStyleLbl="alignNode1" presStyleIdx="1" presStyleCnt="11"/>
      <dgm:spPr/>
    </dgm:pt>
    <dgm:pt modelId="{4699B587-C786-4CAF-93EC-1C0FDB182D74}" type="pres">
      <dgm:prSet presAssocID="{B8A925B7-C143-4C78-B24B-C87D7F54514E}" presName="horz1" presStyleCnt="0"/>
      <dgm:spPr/>
    </dgm:pt>
    <dgm:pt modelId="{7C19B3B7-2DB9-4360-968D-3AD426195A9D}" type="pres">
      <dgm:prSet presAssocID="{B8A925B7-C143-4C78-B24B-C87D7F54514E}" presName="tx1" presStyleLbl="revTx" presStyleIdx="1" presStyleCnt="11"/>
      <dgm:spPr/>
    </dgm:pt>
    <dgm:pt modelId="{3EAEAC3E-9D8B-4583-A475-47075730C12A}" type="pres">
      <dgm:prSet presAssocID="{B8A925B7-C143-4C78-B24B-C87D7F54514E}" presName="vert1" presStyleCnt="0"/>
      <dgm:spPr/>
    </dgm:pt>
    <dgm:pt modelId="{20D6ED3E-7B7F-42CF-B92C-5A1EB30D52B8}" type="pres">
      <dgm:prSet presAssocID="{2A99C0C3-6D2A-4E45-96C5-978477D13282}" presName="thickLine" presStyleLbl="alignNode1" presStyleIdx="2" presStyleCnt="11"/>
      <dgm:spPr/>
    </dgm:pt>
    <dgm:pt modelId="{563559DF-7B9D-4AA6-AFB1-1B1362134BDD}" type="pres">
      <dgm:prSet presAssocID="{2A99C0C3-6D2A-4E45-96C5-978477D13282}" presName="horz1" presStyleCnt="0"/>
      <dgm:spPr/>
    </dgm:pt>
    <dgm:pt modelId="{65BE760A-13C0-42A0-A481-EC096AC75A45}" type="pres">
      <dgm:prSet presAssocID="{2A99C0C3-6D2A-4E45-96C5-978477D13282}" presName="tx1" presStyleLbl="revTx" presStyleIdx="2" presStyleCnt="11"/>
      <dgm:spPr/>
    </dgm:pt>
    <dgm:pt modelId="{9F13F246-94E6-4074-A8E7-60D55A752BEA}" type="pres">
      <dgm:prSet presAssocID="{2A99C0C3-6D2A-4E45-96C5-978477D13282}" presName="vert1" presStyleCnt="0"/>
      <dgm:spPr/>
    </dgm:pt>
    <dgm:pt modelId="{EE8CE08F-C4C2-4D5E-BA2B-97B3AF07F49A}" type="pres">
      <dgm:prSet presAssocID="{9B7EFD8B-B141-459A-A410-45794CC0245F}" presName="thickLine" presStyleLbl="alignNode1" presStyleIdx="3" presStyleCnt="11"/>
      <dgm:spPr/>
    </dgm:pt>
    <dgm:pt modelId="{A5EB1985-D31C-4B48-87CE-1CC8AA4D7129}" type="pres">
      <dgm:prSet presAssocID="{9B7EFD8B-B141-459A-A410-45794CC0245F}" presName="horz1" presStyleCnt="0"/>
      <dgm:spPr/>
    </dgm:pt>
    <dgm:pt modelId="{B1F8C181-57E8-469C-BFA6-B1072240FFD0}" type="pres">
      <dgm:prSet presAssocID="{9B7EFD8B-B141-459A-A410-45794CC0245F}" presName="tx1" presStyleLbl="revTx" presStyleIdx="3" presStyleCnt="11"/>
      <dgm:spPr/>
    </dgm:pt>
    <dgm:pt modelId="{63ABE445-7B6C-4CBD-AA76-AA67FD1776B2}" type="pres">
      <dgm:prSet presAssocID="{9B7EFD8B-B141-459A-A410-45794CC0245F}" presName="vert1" presStyleCnt="0"/>
      <dgm:spPr/>
    </dgm:pt>
    <dgm:pt modelId="{56226319-FC41-42BE-9FD7-96EE196DF24F}" type="pres">
      <dgm:prSet presAssocID="{560476E2-D7D7-43AE-B256-3B5343909C9E}" presName="thickLine" presStyleLbl="alignNode1" presStyleIdx="4" presStyleCnt="11"/>
      <dgm:spPr/>
    </dgm:pt>
    <dgm:pt modelId="{C9FF610F-AEE7-4A97-BA9A-38EB5B190F1A}" type="pres">
      <dgm:prSet presAssocID="{560476E2-D7D7-43AE-B256-3B5343909C9E}" presName="horz1" presStyleCnt="0"/>
      <dgm:spPr/>
    </dgm:pt>
    <dgm:pt modelId="{80136B44-F418-4FBD-AC90-1A95B21399E5}" type="pres">
      <dgm:prSet presAssocID="{560476E2-D7D7-43AE-B256-3B5343909C9E}" presName="tx1" presStyleLbl="revTx" presStyleIdx="4" presStyleCnt="11"/>
      <dgm:spPr/>
    </dgm:pt>
    <dgm:pt modelId="{1FDDCBF9-5F6F-4EFF-9CE8-96414678C523}" type="pres">
      <dgm:prSet presAssocID="{560476E2-D7D7-43AE-B256-3B5343909C9E}" presName="vert1" presStyleCnt="0"/>
      <dgm:spPr/>
    </dgm:pt>
    <dgm:pt modelId="{257F209C-A344-4D64-9651-DC2329991F01}" type="pres">
      <dgm:prSet presAssocID="{5188E7A3-F942-4E32-8747-D2DE4EAF54A0}" presName="thickLine" presStyleLbl="alignNode1" presStyleIdx="5" presStyleCnt="11"/>
      <dgm:spPr/>
    </dgm:pt>
    <dgm:pt modelId="{B0C77D90-0D5C-425E-85A5-2BE50D97B82D}" type="pres">
      <dgm:prSet presAssocID="{5188E7A3-F942-4E32-8747-D2DE4EAF54A0}" presName="horz1" presStyleCnt="0"/>
      <dgm:spPr/>
    </dgm:pt>
    <dgm:pt modelId="{AD18B4CA-B141-4F96-9B1E-E623A9B609ED}" type="pres">
      <dgm:prSet presAssocID="{5188E7A3-F942-4E32-8747-D2DE4EAF54A0}" presName="tx1" presStyleLbl="revTx" presStyleIdx="5" presStyleCnt="11"/>
      <dgm:spPr/>
    </dgm:pt>
    <dgm:pt modelId="{9953CF74-9561-4031-AC0F-F47C5ACEB686}" type="pres">
      <dgm:prSet presAssocID="{5188E7A3-F942-4E32-8747-D2DE4EAF54A0}" presName="vert1" presStyleCnt="0"/>
      <dgm:spPr/>
    </dgm:pt>
    <dgm:pt modelId="{DA871E65-1249-4BC2-99F9-D6ACE1375DFA}" type="pres">
      <dgm:prSet presAssocID="{8949B104-3082-4FB1-9E27-A22B4AF10BBF}" presName="thickLine" presStyleLbl="alignNode1" presStyleIdx="6" presStyleCnt="11"/>
      <dgm:spPr/>
    </dgm:pt>
    <dgm:pt modelId="{59EE0561-3778-4E14-9A23-6A85E0ACB13B}" type="pres">
      <dgm:prSet presAssocID="{8949B104-3082-4FB1-9E27-A22B4AF10BBF}" presName="horz1" presStyleCnt="0"/>
      <dgm:spPr/>
    </dgm:pt>
    <dgm:pt modelId="{BECB2E62-3BF8-4007-8633-55BC273FC4C8}" type="pres">
      <dgm:prSet presAssocID="{8949B104-3082-4FB1-9E27-A22B4AF10BBF}" presName="tx1" presStyleLbl="revTx" presStyleIdx="6" presStyleCnt="11"/>
      <dgm:spPr/>
    </dgm:pt>
    <dgm:pt modelId="{63CFA08D-BF23-4B16-8198-14AB27AB8BA6}" type="pres">
      <dgm:prSet presAssocID="{8949B104-3082-4FB1-9E27-A22B4AF10BBF}" presName="vert1" presStyleCnt="0"/>
      <dgm:spPr/>
    </dgm:pt>
    <dgm:pt modelId="{F257FEC3-8762-4697-B66D-85EA6E244E18}" type="pres">
      <dgm:prSet presAssocID="{49DFA18B-3476-40DB-A149-A5B357B76870}" presName="thickLine" presStyleLbl="alignNode1" presStyleIdx="7" presStyleCnt="11"/>
      <dgm:spPr/>
    </dgm:pt>
    <dgm:pt modelId="{438D8DDD-7FE7-4295-BE92-369F492BBDAD}" type="pres">
      <dgm:prSet presAssocID="{49DFA18B-3476-40DB-A149-A5B357B76870}" presName="horz1" presStyleCnt="0"/>
      <dgm:spPr/>
    </dgm:pt>
    <dgm:pt modelId="{FCD983BB-91C4-41FE-8CF5-F2F5CF6D2621}" type="pres">
      <dgm:prSet presAssocID="{49DFA18B-3476-40DB-A149-A5B357B76870}" presName="tx1" presStyleLbl="revTx" presStyleIdx="7" presStyleCnt="11"/>
      <dgm:spPr/>
    </dgm:pt>
    <dgm:pt modelId="{705910AF-06AE-4783-9B57-7221BE0D6556}" type="pres">
      <dgm:prSet presAssocID="{49DFA18B-3476-40DB-A149-A5B357B76870}" presName="vert1" presStyleCnt="0"/>
      <dgm:spPr/>
    </dgm:pt>
    <dgm:pt modelId="{AD67CC02-CA56-4D34-B848-69C951DC5E4B}" type="pres">
      <dgm:prSet presAssocID="{234A36C7-F4CE-41FF-9552-660AEA8DEB87}" presName="thickLine" presStyleLbl="alignNode1" presStyleIdx="8" presStyleCnt="11"/>
      <dgm:spPr/>
    </dgm:pt>
    <dgm:pt modelId="{A6EDB4A0-B2B0-4C43-B0E6-53440C360F90}" type="pres">
      <dgm:prSet presAssocID="{234A36C7-F4CE-41FF-9552-660AEA8DEB87}" presName="horz1" presStyleCnt="0"/>
      <dgm:spPr/>
    </dgm:pt>
    <dgm:pt modelId="{D13D5617-93F6-4802-A172-6D32544E1E05}" type="pres">
      <dgm:prSet presAssocID="{234A36C7-F4CE-41FF-9552-660AEA8DEB87}" presName="tx1" presStyleLbl="revTx" presStyleIdx="8" presStyleCnt="11"/>
      <dgm:spPr/>
    </dgm:pt>
    <dgm:pt modelId="{2C5484EB-47FF-46FB-B623-B4B18EAB71F0}" type="pres">
      <dgm:prSet presAssocID="{234A36C7-F4CE-41FF-9552-660AEA8DEB87}" presName="vert1" presStyleCnt="0"/>
      <dgm:spPr/>
    </dgm:pt>
    <dgm:pt modelId="{8537B19E-18D7-42A0-8FB5-C3360A55952B}" type="pres">
      <dgm:prSet presAssocID="{6F567DCE-C65B-49F4-AEB2-CEDD58A7792D}" presName="thickLine" presStyleLbl="alignNode1" presStyleIdx="9" presStyleCnt="11"/>
      <dgm:spPr/>
    </dgm:pt>
    <dgm:pt modelId="{414075F8-29D9-494A-989E-619CF5BD286D}" type="pres">
      <dgm:prSet presAssocID="{6F567DCE-C65B-49F4-AEB2-CEDD58A7792D}" presName="horz1" presStyleCnt="0"/>
      <dgm:spPr/>
    </dgm:pt>
    <dgm:pt modelId="{AE607067-EF14-4E7B-A4DB-BEAF9A65382B}" type="pres">
      <dgm:prSet presAssocID="{6F567DCE-C65B-49F4-AEB2-CEDD58A7792D}" presName="tx1" presStyleLbl="revTx" presStyleIdx="9" presStyleCnt="11"/>
      <dgm:spPr/>
    </dgm:pt>
    <dgm:pt modelId="{43A1887B-58A0-460B-8560-8A751E24EEE8}" type="pres">
      <dgm:prSet presAssocID="{6F567DCE-C65B-49F4-AEB2-CEDD58A7792D}" presName="vert1" presStyleCnt="0"/>
      <dgm:spPr/>
    </dgm:pt>
    <dgm:pt modelId="{6F65B8FB-A923-4E99-8E1C-1450B58BCD07}" type="pres">
      <dgm:prSet presAssocID="{B1CA6752-856C-4558-867F-6E7FC8259259}" presName="thickLine" presStyleLbl="alignNode1" presStyleIdx="10" presStyleCnt="11"/>
      <dgm:spPr/>
    </dgm:pt>
    <dgm:pt modelId="{1CD818AC-2790-4192-A1A6-21E42FB44B67}" type="pres">
      <dgm:prSet presAssocID="{B1CA6752-856C-4558-867F-6E7FC8259259}" presName="horz1" presStyleCnt="0"/>
      <dgm:spPr/>
    </dgm:pt>
    <dgm:pt modelId="{9C1203E2-C7BD-4E6B-AC16-82AE6022499D}" type="pres">
      <dgm:prSet presAssocID="{B1CA6752-856C-4558-867F-6E7FC8259259}" presName="tx1" presStyleLbl="revTx" presStyleIdx="10" presStyleCnt="11"/>
      <dgm:spPr/>
    </dgm:pt>
    <dgm:pt modelId="{166CE5A0-907D-4E2A-87E2-A579643CE632}" type="pres">
      <dgm:prSet presAssocID="{B1CA6752-856C-4558-867F-6E7FC8259259}" presName="vert1" presStyleCnt="0"/>
      <dgm:spPr/>
    </dgm:pt>
  </dgm:ptLst>
  <dgm:cxnLst>
    <dgm:cxn modelId="{1F440411-C60E-445A-9E37-AA24ECBDA0E4}" type="presOf" srcId="{234A36C7-F4CE-41FF-9552-660AEA8DEB87}" destId="{D13D5617-93F6-4802-A172-6D32544E1E05}" srcOrd="0" destOrd="0" presId="urn:microsoft.com/office/officeart/2008/layout/LinedList"/>
    <dgm:cxn modelId="{176A9131-9A53-418A-AA02-C566DD7A8DB1}" srcId="{F6612C4F-EF48-44C8-AF95-CAACD4D09950}" destId="{B8A925B7-C143-4C78-B24B-C87D7F54514E}" srcOrd="1" destOrd="0" parTransId="{E10A9228-F430-4630-83A0-49DA860CD875}" sibTransId="{4B9462CE-E7F5-4AA6-9035-1609B621CC66}"/>
    <dgm:cxn modelId="{01192C33-7BDE-4C27-B2A8-9C7BCD3CD0B4}" srcId="{F6612C4F-EF48-44C8-AF95-CAACD4D09950}" destId="{560476E2-D7D7-43AE-B256-3B5343909C9E}" srcOrd="4" destOrd="0" parTransId="{E00E4AE8-0E13-4B5E-932E-20DC89FDEB44}" sibTransId="{9C08DFDA-2675-47AD-BEE1-C8187372CD82}"/>
    <dgm:cxn modelId="{A23DFE37-5800-4DDF-A1E6-ABE35F456BF7}" type="presOf" srcId="{9B7EFD8B-B141-459A-A410-45794CC0245F}" destId="{B1F8C181-57E8-469C-BFA6-B1072240FFD0}" srcOrd="0" destOrd="0" presId="urn:microsoft.com/office/officeart/2008/layout/LinedList"/>
    <dgm:cxn modelId="{1A2CB13A-B23F-48ED-9524-227CE2F8FD78}" type="presOf" srcId="{6F567DCE-C65B-49F4-AEB2-CEDD58A7792D}" destId="{AE607067-EF14-4E7B-A4DB-BEAF9A65382B}" srcOrd="0" destOrd="0" presId="urn:microsoft.com/office/officeart/2008/layout/LinedList"/>
    <dgm:cxn modelId="{5617263C-E9DC-41B4-BF63-C5A2CB6CC049}" type="presOf" srcId="{8949B104-3082-4FB1-9E27-A22B4AF10BBF}" destId="{BECB2E62-3BF8-4007-8633-55BC273FC4C8}" srcOrd="0" destOrd="0" presId="urn:microsoft.com/office/officeart/2008/layout/LinedList"/>
    <dgm:cxn modelId="{1621A241-F838-4B1F-9B8F-F2C7E8393D6C}" type="presOf" srcId="{5188E7A3-F942-4E32-8747-D2DE4EAF54A0}" destId="{AD18B4CA-B141-4F96-9B1E-E623A9B609ED}" srcOrd="0" destOrd="0" presId="urn:microsoft.com/office/officeart/2008/layout/LinedList"/>
    <dgm:cxn modelId="{F2DA9053-B162-4BAC-924A-C23AF1E94C6C}" srcId="{F6612C4F-EF48-44C8-AF95-CAACD4D09950}" destId="{2A99C0C3-6D2A-4E45-96C5-978477D13282}" srcOrd="2" destOrd="0" parTransId="{FB7928F6-B5A2-431A-A08C-B220E651DFC0}" sibTransId="{56CD8239-2BC5-4B71-951D-C621E93240AA}"/>
    <dgm:cxn modelId="{B236E284-8ABC-4825-B354-8BD9C6C161B8}" type="presOf" srcId="{49DFA18B-3476-40DB-A149-A5B357B76870}" destId="{FCD983BB-91C4-41FE-8CF5-F2F5CF6D2621}" srcOrd="0" destOrd="0" presId="urn:microsoft.com/office/officeart/2008/layout/LinedList"/>
    <dgm:cxn modelId="{CB22B189-DA21-4537-8004-BFD499F89013}" srcId="{F6612C4F-EF48-44C8-AF95-CAACD4D09950}" destId="{9B7EFD8B-B141-459A-A410-45794CC0245F}" srcOrd="3" destOrd="0" parTransId="{9467AC2B-7073-402B-899A-E29D65B12EC8}" sibTransId="{44D505C3-2D32-4291-B111-8BFE4D935F96}"/>
    <dgm:cxn modelId="{C9DF9A8A-91C4-4EF4-8BB5-8F46A53DE768}" srcId="{F6612C4F-EF48-44C8-AF95-CAACD4D09950}" destId="{61BC18BB-BFB6-44BF-A748-F6FF2BC6D31E}" srcOrd="0" destOrd="0" parTransId="{39063469-1746-42E8-AE67-2177F6F8DA3A}" sibTransId="{B0D4B78D-9F28-4B58-AB4E-3544DA8FA62C}"/>
    <dgm:cxn modelId="{B3547D97-B511-420D-88C5-A0BA4895BA95}" type="presOf" srcId="{61BC18BB-BFB6-44BF-A748-F6FF2BC6D31E}" destId="{E040E663-B1CB-4926-BED1-2E28FDEB5FD8}" srcOrd="0" destOrd="0" presId="urn:microsoft.com/office/officeart/2008/layout/LinedList"/>
    <dgm:cxn modelId="{F81056A6-B768-4760-B785-4F19AF996FAF}" type="presOf" srcId="{B8A925B7-C143-4C78-B24B-C87D7F54514E}" destId="{7C19B3B7-2DB9-4360-968D-3AD426195A9D}" srcOrd="0" destOrd="0" presId="urn:microsoft.com/office/officeart/2008/layout/LinedList"/>
    <dgm:cxn modelId="{14652DB4-76B5-49C6-B845-C43373B59897}" type="presOf" srcId="{2A99C0C3-6D2A-4E45-96C5-978477D13282}" destId="{65BE760A-13C0-42A0-A481-EC096AC75A45}" srcOrd="0" destOrd="0" presId="urn:microsoft.com/office/officeart/2008/layout/LinedList"/>
    <dgm:cxn modelId="{682579B8-955D-4B1A-82FC-8C5712B0C8D1}" srcId="{F6612C4F-EF48-44C8-AF95-CAACD4D09950}" destId="{6F567DCE-C65B-49F4-AEB2-CEDD58A7792D}" srcOrd="9" destOrd="0" parTransId="{8B800564-F0CC-445B-897C-0A7D688BFA21}" sibTransId="{DF7263EC-2D63-4BF5-952E-297CC1071B4E}"/>
    <dgm:cxn modelId="{E67639C0-23DD-44D0-B79F-ADCDF00BF3FB}" srcId="{F6612C4F-EF48-44C8-AF95-CAACD4D09950}" destId="{8949B104-3082-4FB1-9E27-A22B4AF10BBF}" srcOrd="6" destOrd="0" parTransId="{A3DB7BC0-5865-4C92-B806-84B71DE5BED3}" sibTransId="{4FB9516E-14B1-4A20-A55B-04B859D23D7D}"/>
    <dgm:cxn modelId="{283FAFD9-32B9-4705-93AF-1F3A4DAD2956}" srcId="{F6612C4F-EF48-44C8-AF95-CAACD4D09950}" destId="{49DFA18B-3476-40DB-A149-A5B357B76870}" srcOrd="7" destOrd="0" parTransId="{60FD205E-C53B-4C38-9CD0-150836952ABC}" sibTransId="{E1A9CE7C-D34D-4E23-92D0-82F59B273E35}"/>
    <dgm:cxn modelId="{D3FC5EDC-A549-4279-B0D8-622F79256F78}" srcId="{F6612C4F-EF48-44C8-AF95-CAACD4D09950}" destId="{234A36C7-F4CE-41FF-9552-660AEA8DEB87}" srcOrd="8" destOrd="0" parTransId="{83F9D1DC-0EB9-4F72-AA88-A8ADD19830D0}" sibTransId="{98AD6982-5F6E-4A80-A43B-ED9CE13FBC41}"/>
    <dgm:cxn modelId="{CE60CBDD-0299-4090-8CF7-A930683F3368}" type="presOf" srcId="{F6612C4F-EF48-44C8-AF95-CAACD4D09950}" destId="{2BCEA0DA-86B8-457C-BFF8-8C5BC0D58F09}" srcOrd="0" destOrd="0" presId="urn:microsoft.com/office/officeart/2008/layout/LinedList"/>
    <dgm:cxn modelId="{20452BDE-3C59-4382-A66B-04D3E88DD684}" type="presOf" srcId="{B1CA6752-856C-4558-867F-6E7FC8259259}" destId="{9C1203E2-C7BD-4E6B-AC16-82AE6022499D}" srcOrd="0" destOrd="0" presId="urn:microsoft.com/office/officeart/2008/layout/LinedList"/>
    <dgm:cxn modelId="{5712E7DF-91EB-4CF2-BA06-BFB623FF609F}" type="presOf" srcId="{560476E2-D7D7-43AE-B256-3B5343909C9E}" destId="{80136B44-F418-4FBD-AC90-1A95B21399E5}" srcOrd="0" destOrd="0" presId="urn:microsoft.com/office/officeart/2008/layout/LinedList"/>
    <dgm:cxn modelId="{F6BF42F8-2445-4969-AF43-EA9910B5BC20}" srcId="{F6612C4F-EF48-44C8-AF95-CAACD4D09950}" destId="{5188E7A3-F942-4E32-8747-D2DE4EAF54A0}" srcOrd="5" destOrd="0" parTransId="{2D07B8EB-8D1E-4B0B-B28C-C5E769991121}" sibTransId="{C7EAA785-B991-46BE-AF8D-6A70968C01F1}"/>
    <dgm:cxn modelId="{CF1EA4F9-8976-4639-BE27-6588828F114F}" srcId="{F6612C4F-EF48-44C8-AF95-CAACD4D09950}" destId="{B1CA6752-856C-4558-867F-6E7FC8259259}" srcOrd="10" destOrd="0" parTransId="{78A017C7-EBDD-4185-ADA4-7B6E69995F7A}" sibTransId="{D3D5F464-6705-4BAA-B145-9E8B1B72F88B}"/>
    <dgm:cxn modelId="{6A75DA3A-31F7-4961-841A-0826EDF669C8}" type="presParOf" srcId="{2BCEA0DA-86B8-457C-BFF8-8C5BC0D58F09}" destId="{463AB26F-1CA4-4733-970A-0441F2046727}" srcOrd="0" destOrd="0" presId="urn:microsoft.com/office/officeart/2008/layout/LinedList"/>
    <dgm:cxn modelId="{5A67513F-96FF-46BF-956B-4F80E5CCFAFC}" type="presParOf" srcId="{2BCEA0DA-86B8-457C-BFF8-8C5BC0D58F09}" destId="{3ACDAB2E-207E-4256-99D1-68D7D4FBFE07}" srcOrd="1" destOrd="0" presId="urn:microsoft.com/office/officeart/2008/layout/LinedList"/>
    <dgm:cxn modelId="{3531F87F-2618-4F51-B517-33677AB0F3B3}" type="presParOf" srcId="{3ACDAB2E-207E-4256-99D1-68D7D4FBFE07}" destId="{E040E663-B1CB-4926-BED1-2E28FDEB5FD8}" srcOrd="0" destOrd="0" presId="urn:microsoft.com/office/officeart/2008/layout/LinedList"/>
    <dgm:cxn modelId="{8857C408-2E28-47C6-9CE5-4FFE287BA748}" type="presParOf" srcId="{3ACDAB2E-207E-4256-99D1-68D7D4FBFE07}" destId="{97341C22-70DE-40DF-B283-FF0CA7B0D90B}" srcOrd="1" destOrd="0" presId="urn:microsoft.com/office/officeart/2008/layout/LinedList"/>
    <dgm:cxn modelId="{3A2ED4AA-919E-47C6-9B4C-46762FC0C3D1}" type="presParOf" srcId="{2BCEA0DA-86B8-457C-BFF8-8C5BC0D58F09}" destId="{1151B5D0-5E5B-4AA4-BFCF-1C044FDA3036}" srcOrd="2" destOrd="0" presId="urn:microsoft.com/office/officeart/2008/layout/LinedList"/>
    <dgm:cxn modelId="{D0AF9CB7-37B7-4B25-97EE-CEC13E0A6A49}" type="presParOf" srcId="{2BCEA0DA-86B8-457C-BFF8-8C5BC0D58F09}" destId="{4699B587-C786-4CAF-93EC-1C0FDB182D74}" srcOrd="3" destOrd="0" presId="urn:microsoft.com/office/officeart/2008/layout/LinedList"/>
    <dgm:cxn modelId="{71E8B267-6894-43EC-8BD2-64A73CB33684}" type="presParOf" srcId="{4699B587-C786-4CAF-93EC-1C0FDB182D74}" destId="{7C19B3B7-2DB9-4360-968D-3AD426195A9D}" srcOrd="0" destOrd="0" presId="urn:microsoft.com/office/officeart/2008/layout/LinedList"/>
    <dgm:cxn modelId="{2081825D-66B8-4072-BDBE-54ECDAA88556}" type="presParOf" srcId="{4699B587-C786-4CAF-93EC-1C0FDB182D74}" destId="{3EAEAC3E-9D8B-4583-A475-47075730C12A}" srcOrd="1" destOrd="0" presId="urn:microsoft.com/office/officeart/2008/layout/LinedList"/>
    <dgm:cxn modelId="{1F3C899C-EFEB-4AA7-80B1-0BFE91AEB7BD}" type="presParOf" srcId="{2BCEA0DA-86B8-457C-BFF8-8C5BC0D58F09}" destId="{20D6ED3E-7B7F-42CF-B92C-5A1EB30D52B8}" srcOrd="4" destOrd="0" presId="urn:microsoft.com/office/officeart/2008/layout/LinedList"/>
    <dgm:cxn modelId="{866B65A8-2D15-4E1A-B597-D5B55BF6B8F7}" type="presParOf" srcId="{2BCEA0DA-86B8-457C-BFF8-8C5BC0D58F09}" destId="{563559DF-7B9D-4AA6-AFB1-1B1362134BDD}" srcOrd="5" destOrd="0" presId="urn:microsoft.com/office/officeart/2008/layout/LinedList"/>
    <dgm:cxn modelId="{8F563E44-BA29-48B6-9551-3BCD9547FD60}" type="presParOf" srcId="{563559DF-7B9D-4AA6-AFB1-1B1362134BDD}" destId="{65BE760A-13C0-42A0-A481-EC096AC75A45}" srcOrd="0" destOrd="0" presId="urn:microsoft.com/office/officeart/2008/layout/LinedList"/>
    <dgm:cxn modelId="{F3A6CACF-EBDD-4D5B-B484-B270AE9100A3}" type="presParOf" srcId="{563559DF-7B9D-4AA6-AFB1-1B1362134BDD}" destId="{9F13F246-94E6-4074-A8E7-60D55A752BEA}" srcOrd="1" destOrd="0" presId="urn:microsoft.com/office/officeart/2008/layout/LinedList"/>
    <dgm:cxn modelId="{27B9309F-AEBF-4C69-9EFD-72A4C996783B}" type="presParOf" srcId="{2BCEA0DA-86B8-457C-BFF8-8C5BC0D58F09}" destId="{EE8CE08F-C4C2-4D5E-BA2B-97B3AF07F49A}" srcOrd="6" destOrd="0" presId="urn:microsoft.com/office/officeart/2008/layout/LinedList"/>
    <dgm:cxn modelId="{0D7DA484-9D4D-4292-B1A9-0DEACC8BC1D0}" type="presParOf" srcId="{2BCEA0DA-86B8-457C-BFF8-8C5BC0D58F09}" destId="{A5EB1985-D31C-4B48-87CE-1CC8AA4D7129}" srcOrd="7" destOrd="0" presId="urn:microsoft.com/office/officeart/2008/layout/LinedList"/>
    <dgm:cxn modelId="{BC2B3E18-D690-465A-B621-6041F3C2E3D0}" type="presParOf" srcId="{A5EB1985-D31C-4B48-87CE-1CC8AA4D7129}" destId="{B1F8C181-57E8-469C-BFA6-B1072240FFD0}" srcOrd="0" destOrd="0" presId="urn:microsoft.com/office/officeart/2008/layout/LinedList"/>
    <dgm:cxn modelId="{2020D3EC-E51F-4DCC-A890-A2323DCC4B95}" type="presParOf" srcId="{A5EB1985-D31C-4B48-87CE-1CC8AA4D7129}" destId="{63ABE445-7B6C-4CBD-AA76-AA67FD1776B2}" srcOrd="1" destOrd="0" presId="urn:microsoft.com/office/officeart/2008/layout/LinedList"/>
    <dgm:cxn modelId="{F30E18A6-CC11-4837-8715-1AA56AE609C1}" type="presParOf" srcId="{2BCEA0DA-86B8-457C-BFF8-8C5BC0D58F09}" destId="{56226319-FC41-42BE-9FD7-96EE196DF24F}" srcOrd="8" destOrd="0" presId="urn:microsoft.com/office/officeart/2008/layout/LinedList"/>
    <dgm:cxn modelId="{3FD01B17-700B-4070-92E1-196E01B49168}" type="presParOf" srcId="{2BCEA0DA-86B8-457C-BFF8-8C5BC0D58F09}" destId="{C9FF610F-AEE7-4A97-BA9A-38EB5B190F1A}" srcOrd="9" destOrd="0" presId="urn:microsoft.com/office/officeart/2008/layout/LinedList"/>
    <dgm:cxn modelId="{3EA3925B-04F6-4A4D-A727-CE94831D25D0}" type="presParOf" srcId="{C9FF610F-AEE7-4A97-BA9A-38EB5B190F1A}" destId="{80136B44-F418-4FBD-AC90-1A95B21399E5}" srcOrd="0" destOrd="0" presId="urn:microsoft.com/office/officeart/2008/layout/LinedList"/>
    <dgm:cxn modelId="{98BCE730-87AA-4D26-B151-C3E678C219FA}" type="presParOf" srcId="{C9FF610F-AEE7-4A97-BA9A-38EB5B190F1A}" destId="{1FDDCBF9-5F6F-4EFF-9CE8-96414678C523}" srcOrd="1" destOrd="0" presId="urn:microsoft.com/office/officeart/2008/layout/LinedList"/>
    <dgm:cxn modelId="{C0A28813-E4A3-4582-A186-A2F9DA249A00}" type="presParOf" srcId="{2BCEA0DA-86B8-457C-BFF8-8C5BC0D58F09}" destId="{257F209C-A344-4D64-9651-DC2329991F01}" srcOrd="10" destOrd="0" presId="urn:microsoft.com/office/officeart/2008/layout/LinedList"/>
    <dgm:cxn modelId="{D04F1343-41A6-42FF-B40F-27CF76E9FCA9}" type="presParOf" srcId="{2BCEA0DA-86B8-457C-BFF8-8C5BC0D58F09}" destId="{B0C77D90-0D5C-425E-85A5-2BE50D97B82D}" srcOrd="11" destOrd="0" presId="urn:microsoft.com/office/officeart/2008/layout/LinedList"/>
    <dgm:cxn modelId="{1A2E3DBA-AB16-4FC2-8B9C-195003CB6A5F}" type="presParOf" srcId="{B0C77D90-0D5C-425E-85A5-2BE50D97B82D}" destId="{AD18B4CA-B141-4F96-9B1E-E623A9B609ED}" srcOrd="0" destOrd="0" presId="urn:microsoft.com/office/officeart/2008/layout/LinedList"/>
    <dgm:cxn modelId="{91AEE0F3-4DF7-4CC1-A98D-A4CDCDF44B11}" type="presParOf" srcId="{B0C77D90-0D5C-425E-85A5-2BE50D97B82D}" destId="{9953CF74-9561-4031-AC0F-F47C5ACEB686}" srcOrd="1" destOrd="0" presId="urn:microsoft.com/office/officeart/2008/layout/LinedList"/>
    <dgm:cxn modelId="{90A17324-78E0-4C1C-A6BF-E6EA6D084724}" type="presParOf" srcId="{2BCEA0DA-86B8-457C-BFF8-8C5BC0D58F09}" destId="{DA871E65-1249-4BC2-99F9-D6ACE1375DFA}" srcOrd="12" destOrd="0" presId="urn:microsoft.com/office/officeart/2008/layout/LinedList"/>
    <dgm:cxn modelId="{FE231359-A575-4EEF-AAA3-9A8C545814F5}" type="presParOf" srcId="{2BCEA0DA-86B8-457C-BFF8-8C5BC0D58F09}" destId="{59EE0561-3778-4E14-9A23-6A85E0ACB13B}" srcOrd="13" destOrd="0" presId="urn:microsoft.com/office/officeart/2008/layout/LinedList"/>
    <dgm:cxn modelId="{48860F37-2A9C-4174-ACDC-2044DBD98165}" type="presParOf" srcId="{59EE0561-3778-4E14-9A23-6A85E0ACB13B}" destId="{BECB2E62-3BF8-4007-8633-55BC273FC4C8}" srcOrd="0" destOrd="0" presId="urn:microsoft.com/office/officeart/2008/layout/LinedList"/>
    <dgm:cxn modelId="{7E2F18A4-1492-4F46-8A2B-DDC0C81937F1}" type="presParOf" srcId="{59EE0561-3778-4E14-9A23-6A85E0ACB13B}" destId="{63CFA08D-BF23-4B16-8198-14AB27AB8BA6}" srcOrd="1" destOrd="0" presId="urn:microsoft.com/office/officeart/2008/layout/LinedList"/>
    <dgm:cxn modelId="{C1F3930A-F894-4F5E-B387-0BB9EDB40BCF}" type="presParOf" srcId="{2BCEA0DA-86B8-457C-BFF8-8C5BC0D58F09}" destId="{F257FEC3-8762-4697-B66D-85EA6E244E18}" srcOrd="14" destOrd="0" presId="urn:microsoft.com/office/officeart/2008/layout/LinedList"/>
    <dgm:cxn modelId="{BE63778A-84AD-4400-92C2-74445903241C}" type="presParOf" srcId="{2BCEA0DA-86B8-457C-BFF8-8C5BC0D58F09}" destId="{438D8DDD-7FE7-4295-BE92-369F492BBDAD}" srcOrd="15" destOrd="0" presId="urn:microsoft.com/office/officeart/2008/layout/LinedList"/>
    <dgm:cxn modelId="{21FE4873-4DD4-4EBD-B769-8CF33435A8D1}" type="presParOf" srcId="{438D8DDD-7FE7-4295-BE92-369F492BBDAD}" destId="{FCD983BB-91C4-41FE-8CF5-F2F5CF6D2621}" srcOrd="0" destOrd="0" presId="urn:microsoft.com/office/officeart/2008/layout/LinedList"/>
    <dgm:cxn modelId="{D97793E2-66AD-4841-9A92-CA80BDC0599F}" type="presParOf" srcId="{438D8DDD-7FE7-4295-BE92-369F492BBDAD}" destId="{705910AF-06AE-4783-9B57-7221BE0D6556}" srcOrd="1" destOrd="0" presId="urn:microsoft.com/office/officeart/2008/layout/LinedList"/>
    <dgm:cxn modelId="{5A53A51C-8D05-4FBA-8EEF-D7DAB9F4775B}" type="presParOf" srcId="{2BCEA0DA-86B8-457C-BFF8-8C5BC0D58F09}" destId="{AD67CC02-CA56-4D34-B848-69C951DC5E4B}" srcOrd="16" destOrd="0" presId="urn:microsoft.com/office/officeart/2008/layout/LinedList"/>
    <dgm:cxn modelId="{DEFABEE0-E438-48A5-AABE-059D24E0930B}" type="presParOf" srcId="{2BCEA0DA-86B8-457C-BFF8-8C5BC0D58F09}" destId="{A6EDB4A0-B2B0-4C43-B0E6-53440C360F90}" srcOrd="17" destOrd="0" presId="urn:microsoft.com/office/officeart/2008/layout/LinedList"/>
    <dgm:cxn modelId="{6EF35936-819F-477D-997C-DB78D692875C}" type="presParOf" srcId="{A6EDB4A0-B2B0-4C43-B0E6-53440C360F90}" destId="{D13D5617-93F6-4802-A172-6D32544E1E05}" srcOrd="0" destOrd="0" presId="urn:microsoft.com/office/officeart/2008/layout/LinedList"/>
    <dgm:cxn modelId="{73507A44-6397-4459-AE8B-2CDF720A59AF}" type="presParOf" srcId="{A6EDB4A0-B2B0-4C43-B0E6-53440C360F90}" destId="{2C5484EB-47FF-46FB-B623-B4B18EAB71F0}" srcOrd="1" destOrd="0" presId="urn:microsoft.com/office/officeart/2008/layout/LinedList"/>
    <dgm:cxn modelId="{75F20BAB-9E93-4D28-861B-46162B5EF2CD}" type="presParOf" srcId="{2BCEA0DA-86B8-457C-BFF8-8C5BC0D58F09}" destId="{8537B19E-18D7-42A0-8FB5-C3360A55952B}" srcOrd="18" destOrd="0" presId="urn:microsoft.com/office/officeart/2008/layout/LinedList"/>
    <dgm:cxn modelId="{DF36E2AB-D9C7-4993-A9D7-7813679D4594}" type="presParOf" srcId="{2BCEA0DA-86B8-457C-BFF8-8C5BC0D58F09}" destId="{414075F8-29D9-494A-989E-619CF5BD286D}" srcOrd="19" destOrd="0" presId="urn:microsoft.com/office/officeart/2008/layout/LinedList"/>
    <dgm:cxn modelId="{26F38819-7DED-4D72-8159-342375B479D0}" type="presParOf" srcId="{414075F8-29D9-494A-989E-619CF5BD286D}" destId="{AE607067-EF14-4E7B-A4DB-BEAF9A65382B}" srcOrd="0" destOrd="0" presId="urn:microsoft.com/office/officeart/2008/layout/LinedList"/>
    <dgm:cxn modelId="{D223F27F-09F7-4924-8513-D4F492F5EF50}" type="presParOf" srcId="{414075F8-29D9-494A-989E-619CF5BD286D}" destId="{43A1887B-58A0-460B-8560-8A751E24EEE8}" srcOrd="1" destOrd="0" presId="urn:microsoft.com/office/officeart/2008/layout/LinedList"/>
    <dgm:cxn modelId="{4BCC2937-E04F-4F8A-B2B6-7EDE2E08B66E}" type="presParOf" srcId="{2BCEA0DA-86B8-457C-BFF8-8C5BC0D58F09}" destId="{6F65B8FB-A923-4E99-8E1C-1450B58BCD07}" srcOrd="20" destOrd="0" presId="urn:microsoft.com/office/officeart/2008/layout/LinedList"/>
    <dgm:cxn modelId="{E0A0BD40-DE4B-4769-8ACA-B760C96E16EA}" type="presParOf" srcId="{2BCEA0DA-86B8-457C-BFF8-8C5BC0D58F09}" destId="{1CD818AC-2790-4192-A1A6-21E42FB44B67}" srcOrd="21" destOrd="0" presId="urn:microsoft.com/office/officeart/2008/layout/LinedList"/>
    <dgm:cxn modelId="{8F43087B-EB4A-4A2A-AE35-B995B4C59005}" type="presParOf" srcId="{1CD818AC-2790-4192-A1A6-21E42FB44B67}" destId="{9C1203E2-C7BD-4E6B-AC16-82AE6022499D}" srcOrd="0" destOrd="0" presId="urn:microsoft.com/office/officeart/2008/layout/LinedList"/>
    <dgm:cxn modelId="{917F7264-0220-4175-93B1-D850C4FF6161}" type="presParOf" srcId="{1CD818AC-2790-4192-A1A6-21E42FB44B67}" destId="{166CE5A0-907D-4E2A-87E2-A579643CE6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50582-2CE7-450E-B467-15601D657EFB}">
      <dsp:nvSpPr>
        <dsp:cNvPr id="0" name=""/>
        <dsp:cNvSpPr/>
      </dsp:nvSpPr>
      <dsp:spPr>
        <a:xfrm>
          <a:off x="-90927" y="523897"/>
          <a:ext cx="10058399" cy="2441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9472F-1523-4EC5-BCE9-C8DE70AE9A2F}">
      <dsp:nvSpPr>
        <dsp:cNvPr id="0" name=""/>
        <dsp:cNvSpPr/>
      </dsp:nvSpPr>
      <dsp:spPr>
        <a:xfrm>
          <a:off x="-17080" y="578824"/>
          <a:ext cx="134528" cy="1342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9159F-C022-4D58-849D-57D9C8B280EC}">
      <dsp:nvSpPr>
        <dsp:cNvPr id="0" name=""/>
        <dsp:cNvSpPr/>
      </dsp:nvSpPr>
      <dsp:spPr>
        <a:xfrm>
          <a:off x="191778" y="458581"/>
          <a:ext cx="967476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Hospitality refers to </a:t>
          </a:r>
          <a:r>
            <a:rPr lang="en-GB" sz="1400" b="1" i="1" kern="1200" dirty="0"/>
            <a:t> extending a welcome to guests or offering a home away from home.</a:t>
          </a:r>
          <a:endParaRPr lang="en-US" sz="1400" i="1" kern="1200" dirty="0"/>
        </a:p>
      </dsp:txBody>
      <dsp:txXfrm>
        <a:off x="191778" y="458581"/>
        <a:ext cx="9674763" cy="427210"/>
      </dsp:txXfrm>
    </dsp:sp>
    <dsp:sp modelId="{BBAC65CB-E9A0-47FC-9E46-3E79E6D0DC37}">
      <dsp:nvSpPr>
        <dsp:cNvPr id="0" name=""/>
        <dsp:cNvSpPr/>
      </dsp:nvSpPr>
      <dsp:spPr>
        <a:xfrm>
          <a:off x="-90927" y="1057910"/>
          <a:ext cx="10058399" cy="3098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20B4BA-5B26-4CBC-A088-7CF8B0392D42}">
      <dsp:nvSpPr>
        <dsp:cNvPr id="0" name=""/>
        <dsp:cNvSpPr/>
      </dsp:nvSpPr>
      <dsp:spPr>
        <a:xfrm>
          <a:off x="-17080" y="1145725"/>
          <a:ext cx="134528" cy="1342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B43E9-BF9F-4224-A3DA-7366BD34FC7A}">
      <dsp:nvSpPr>
        <dsp:cNvPr id="0" name=""/>
        <dsp:cNvSpPr/>
      </dsp:nvSpPr>
      <dsp:spPr>
        <a:xfrm>
          <a:off x="242377" y="992826"/>
          <a:ext cx="967476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Key Aspects: </a:t>
          </a:r>
          <a:r>
            <a:rPr lang="en-IN" sz="1400" b="0" i="0" kern="1200" dirty="0"/>
            <a:t>Accommodation, Food, &amp; Beverages, Travel &amp; Tourism, Entertainment &amp; Recreation. </a:t>
          </a:r>
          <a:endParaRPr lang="en-US" sz="1400" b="0" kern="1200" dirty="0"/>
        </a:p>
      </dsp:txBody>
      <dsp:txXfrm>
        <a:off x="242377" y="992826"/>
        <a:ext cx="9674763" cy="427210"/>
      </dsp:txXfrm>
    </dsp:sp>
    <dsp:sp modelId="{75F32265-45D1-47C8-BCCC-824214931BC8}">
      <dsp:nvSpPr>
        <dsp:cNvPr id="0" name=""/>
        <dsp:cNvSpPr/>
      </dsp:nvSpPr>
      <dsp:spPr>
        <a:xfrm>
          <a:off x="-90927" y="1594113"/>
          <a:ext cx="10058399" cy="4781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70E29-9864-4A81-9AF5-58AD9BFA73FE}">
      <dsp:nvSpPr>
        <dsp:cNvPr id="0" name=""/>
        <dsp:cNvSpPr/>
      </dsp:nvSpPr>
      <dsp:spPr>
        <a:xfrm>
          <a:off x="-17080" y="1796764"/>
          <a:ext cx="134528" cy="1342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53784-F82E-4564-8846-AC7CF4BF2332}">
      <dsp:nvSpPr>
        <dsp:cNvPr id="0" name=""/>
        <dsp:cNvSpPr/>
      </dsp:nvSpPr>
      <dsp:spPr>
        <a:xfrm>
          <a:off x="191294" y="1741837"/>
          <a:ext cx="4526280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Importance of Hospitality:</a:t>
          </a:r>
          <a:endParaRPr lang="en-US" sz="1400" kern="1200"/>
        </a:p>
      </dsp:txBody>
      <dsp:txXfrm>
        <a:off x="191294" y="1741837"/>
        <a:ext cx="4526280" cy="427210"/>
      </dsp:txXfrm>
    </dsp:sp>
    <dsp:sp modelId="{5432EB46-591C-4924-B060-554CFF98B0B4}">
      <dsp:nvSpPr>
        <dsp:cNvPr id="0" name=""/>
        <dsp:cNvSpPr/>
      </dsp:nvSpPr>
      <dsp:spPr>
        <a:xfrm>
          <a:off x="3116859" y="1849826"/>
          <a:ext cx="5715022" cy="164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90" tIns="28090" rIns="28090" bIns="2809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Customer Experience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Economic Impact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		</a:t>
          </a:r>
          <a:endParaRPr lang="en-US" sz="1100" kern="1200" dirty="0"/>
        </a:p>
      </dsp:txBody>
      <dsp:txXfrm>
        <a:off x="3116859" y="1849826"/>
        <a:ext cx="5715022" cy="164572"/>
      </dsp:txXfrm>
    </dsp:sp>
    <dsp:sp modelId="{23789754-9E7D-4192-A3B7-5C762232C80A}">
      <dsp:nvSpPr>
        <dsp:cNvPr id="0" name=""/>
        <dsp:cNvSpPr/>
      </dsp:nvSpPr>
      <dsp:spPr>
        <a:xfrm>
          <a:off x="-90927" y="2275850"/>
          <a:ext cx="10058399" cy="5424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BA62C-881E-49F6-BD73-6D61C7105B5B}">
      <dsp:nvSpPr>
        <dsp:cNvPr id="0" name=""/>
        <dsp:cNvSpPr/>
      </dsp:nvSpPr>
      <dsp:spPr>
        <a:xfrm>
          <a:off x="-17080" y="2479955"/>
          <a:ext cx="134528" cy="1342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6A169-67B3-4C5D-9E69-773ABA975B3F}">
      <dsp:nvSpPr>
        <dsp:cNvPr id="0" name=""/>
        <dsp:cNvSpPr/>
      </dsp:nvSpPr>
      <dsp:spPr>
        <a:xfrm>
          <a:off x="191294" y="2425028"/>
          <a:ext cx="4526280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Challenges in Hospitality:</a:t>
          </a:r>
          <a:endParaRPr lang="en-US" sz="1400" kern="1200"/>
        </a:p>
      </dsp:txBody>
      <dsp:txXfrm>
        <a:off x="191294" y="2425028"/>
        <a:ext cx="4526280" cy="427210"/>
      </dsp:txXfrm>
    </dsp:sp>
    <dsp:sp modelId="{419367CD-C5F6-4EB4-A3C7-A742A79605F2}">
      <dsp:nvSpPr>
        <dsp:cNvPr id="0" name=""/>
        <dsp:cNvSpPr/>
      </dsp:nvSpPr>
      <dsp:spPr>
        <a:xfrm>
          <a:off x="3073303" y="2339586"/>
          <a:ext cx="514848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/>
            <a:t>Maintaining high standards.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Adapting Trends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/>
            <a:t>Economic fluctuations</a:t>
          </a:r>
          <a:endParaRPr lang="en-US" sz="1100" kern="1200"/>
        </a:p>
      </dsp:txBody>
      <dsp:txXfrm>
        <a:off x="3073303" y="2339586"/>
        <a:ext cx="5148483" cy="427210"/>
      </dsp:txXfrm>
    </dsp:sp>
    <dsp:sp modelId="{52475DDE-C5C4-4959-9C27-01AA61013A3A}">
      <dsp:nvSpPr>
        <dsp:cNvPr id="0" name=""/>
        <dsp:cNvSpPr/>
      </dsp:nvSpPr>
      <dsp:spPr>
        <a:xfrm>
          <a:off x="-90927" y="2959041"/>
          <a:ext cx="10058399" cy="470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0A851-C39B-4BD3-895A-1F4CDACE781A}">
      <dsp:nvSpPr>
        <dsp:cNvPr id="0" name=""/>
        <dsp:cNvSpPr/>
      </dsp:nvSpPr>
      <dsp:spPr>
        <a:xfrm>
          <a:off x="-17080" y="3127178"/>
          <a:ext cx="134528" cy="1342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F0B72-B2DC-43DF-9059-8B95EB48E8AF}">
      <dsp:nvSpPr>
        <dsp:cNvPr id="0" name=""/>
        <dsp:cNvSpPr/>
      </dsp:nvSpPr>
      <dsp:spPr>
        <a:xfrm>
          <a:off x="242377" y="2963394"/>
          <a:ext cx="967476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Hospitality is an integral part of the service industry, dedicated to ensuring that guests feel welcomed, comfortable, and valued. It plays a crucial role in driving economic activity, promoting cultural exchange, and enhancing the overall travel and leisure experience.</a:t>
          </a:r>
          <a:endParaRPr lang="en-US" sz="1400" kern="1200" dirty="0"/>
        </a:p>
      </dsp:txBody>
      <dsp:txXfrm>
        <a:off x="242377" y="2963394"/>
        <a:ext cx="9674763" cy="4272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AB26F-1CA4-4733-970A-0441F2046727}">
      <dsp:nvSpPr>
        <dsp:cNvPr id="0" name=""/>
        <dsp:cNvSpPr/>
      </dsp:nvSpPr>
      <dsp:spPr>
        <a:xfrm>
          <a:off x="0" y="1964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0E663-B1CB-4926-BED1-2E28FDEB5FD8}">
      <dsp:nvSpPr>
        <dsp:cNvPr id="0" name=""/>
        <dsp:cNvSpPr/>
      </dsp:nvSpPr>
      <dsp:spPr>
        <a:xfrm>
          <a:off x="0" y="1964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Total Revenue</a:t>
          </a:r>
        </a:p>
      </dsp:txBody>
      <dsp:txXfrm>
        <a:off x="0" y="1964"/>
        <a:ext cx="10058399" cy="365402"/>
      </dsp:txXfrm>
    </dsp:sp>
    <dsp:sp modelId="{1151B5D0-5E5B-4AA4-BFCF-1C044FDA3036}">
      <dsp:nvSpPr>
        <dsp:cNvPr id="0" name=""/>
        <dsp:cNvSpPr/>
      </dsp:nvSpPr>
      <dsp:spPr>
        <a:xfrm>
          <a:off x="0" y="36736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9B3B7-2DB9-4360-968D-3AD426195A9D}">
      <dsp:nvSpPr>
        <dsp:cNvPr id="0" name=""/>
        <dsp:cNvSpPr/>
      </dsp:nvSpPr>
      <dsp:spPr>
        <a:xfrm>
          <a:off x="0" y="367367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Occupancy </a:t>
          </a:r>
        </a:p>
      </dsp:txBody>
      <dsp:txXfrm>
        <a:off x="0" y="367367"/>
        <a:ext cx="10058399" cy="365402"/>
      </dsp:txXfrm>
    </dsp:sp>
    <dsp:sp modelId="{20D6ED3E-7B7F-42CF-B92C-5A1EB30D52B8}">
      <dsp:nvSpPr>
        <dsp:cNvPr id="0" name=""/>
        <dsp:cNvSpPr/>
      </dsp:nvSpPr>
      <dsp:spPr>
        <a:xfrm>
          <a:off x="0" y="73277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E760A-13C0-42A0-A481-EC096AC75A45}">
      <dsp:nvSpPr>
        <dsp:cNvPr id="0" name=""/>
        <dsp:cNvSpPr/>
      </dsp:nvSpPr>
      <dsp:spPr>
        <a:xfrm>
          <a:off x="0" y="732770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Cancellation Rate</a:t>
          </a:r>
        </a:p>
      </dsp:txBody>
      <dsp:txXfrm>
        <a:off x="0" y="732770"/>
        <a:ext cx="10058399" cy="365402"/>
      </dsp:txXfrm>
    </dsp:sp>
    <dsp:sp modelId="{EE8CE08F-C4C2-4D5E-BA2B-97B3AF07F49A}">
      <dsp:nvSpPr>
        <dsp:cNvPr id="0" name=""/>
        <dsp:cNvSpPr/>
      </dsp:nvSpPr>
      <dsp:spPr>
        <a:xfrm>
          <a:off x="0" y="109817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8C181-57E8-469C-BFA6-B1072240FFD0}">
      <dsp:nvSpPr>
        <dsp:cNvPr id="0" name=""/>
        <dsp:cNvSpPr/>
      </dsp:nvSpPr>
      <dsp:spPr>
        <a:xfrm>
          <a:off x="0" y="1098172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Total Booking</a:t>
          </a:r>
        </a:p>
      </dsp:txBody>
      <dsp:txXfrm>
        <a:off x="0" y="1098172"/>
        <a:ext cx="10058399" cy="365402"/>
      </dsp:txXfrm>
    </dsp:sp>
    <dsp:sp modelId="{56226319-FC41-42BE-9FD7-96EE196DF24F}">
      <dsp:nvSpPr>
        <dsp:cNvPr id="0" name=""/>
        <dsp:cNvSpPr/>
      </dsp:nvSpPr>
      <dsp:spPr>
        <a:xfrm>
          <a:off x="0" y="1463575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36B44-F418-4FBD-AC90-1A95B21399E5}">
      <dsp:nvSpPr>
        <dsp:cNvPr id="0" name=""/>
        <dsp:cNvSpPr/>
      </dsp:nvSpPr>
      <dsp:spPr>
        <a:xfrm>
          <a:off x="0" y="1463575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Utilize capacity </a:t>
          </a:r>
        </a:p>
      </dsp:txBody>
      <dsp:txXfrm>
        <a:off x="0" y="1463575"/>
        <a:ext cx="10058399" cy="365402"/>
      </dsp:txXfrm>
    </dsp:sp>
    <dsp:sp modelId="{257F209C-A344-4D64-9651-DC2329991F01}">
      <dsp:nvSpPr>
        <dsp:cNvPr id="0" name=""/>
        <dsp:cNvSpPr/>
      </dsp:nvSpPr>
      <dsp:spPr>
        <a:xfrm>
          <a:off x="0" y="1828978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8B4CA-B141-4F96-9B1E-E623A9B609ED}">
      <dsp:nvSpPr>
        <dsp:cNvPr id="0" name=""/>
        <dsp:cNvSpPr/>
      </dsp:nvSpPr>
      <dsp:spPr>
        <a:xfrm>
          <a:off x="0" y="1828978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Trend Analysis </a:t>
          </a:r>
        </a:p>
      </dsp:txBody>
      <dsp:txXfrm>
        <a:off x="0" y="1828978"/>
        <a:ext cx="10058399" cy="365402"/>
      </dsp:txXfrm>
    </dsp:sp>
    <dsp:sp modelId="{DA871E65-1249-4BC2-99F9-D6ACE1375DFA}">
      <dsp:nvSpPr>
        <dsp:cNvPr id="0" name=""/>
        <dsp:cNvSpPr/>
      </dsp:nvSpPr>
      <dsp:spPr>
        <a:xfrm>
          <a:off x="0" y="219438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B2E62-3BF8-4007-8633-55BC273FC4C8}">
      <dsp:nvSpPr>
        <dsp:cNvPr id="0" name=""/>
        <dsp:cNvSpPr/>
      </dsp:nvSpPr>
      <dsp:spPr>
        <a:xfrm>
          <a:off x="0" y="2194381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Weekday  &amp; Weekend  Revenue and Booking</a:t>
          </a:r>
        </a:p>
      </dsp:txBody>
      <dsp:txXfrm>
        <a:off x="0" y="2194381"/>
        <a:ext cx="10058399" cy="365402"/>
      </dsp:txXfrm>
    </dsp:sp>
    <dsp:sp modelId="{F257FEC3-8762-4697-B66D-85EA6E244E18}">
      <dsp:nvSpPr>
        <dsp:cNvPr id="0" name=""/>
        <dsp:cNvSpPr/>
      </dsp:nvSpPr>
      <dsp:spPr>
        <a:xfrm>
          <a:off x="0" y="2559784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983BB-91C4-41FE-8CF5-F2F5CF6D2621}">
      <dsp:nvSpPr>
        <dsp:cNvPr id="0" name=""/>
        <dsp:cNvSpPr/>
      </dsp:nvSpPr>
      <dsp:spPr>
        <a:xfrm>
          <a:off x="0" y="2559784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Revenue by State &amp; hotel</a:t>
          </a:r>
        </a:p>
      </dsp:txBody>
      <dsp:txXfrm>
        <a:off x="0" y="2559784"/>
        <a:ext cx="10058399" cy="365402"/>
      </dsp:txXfrm>
    </dsp:sp>
    <dsp:sp modelId="{AD67CC02-CA56-4D34-B848-69C951DC5E4B}">
      <dsp:nvSpPr>
        <dsp:cNvPr id="0" name=""/>
        <dsp:cNvSpPr/>
      </dsp:nvSpPr>
      <dsp:spPr>
        <a:xfrm>
          <a:off x="0" y="292518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D5617-93F6-4802-A172-6D32544E1E05}">
      <dsp:nvSpPr>
        <dsp:cNvPr id="0" name=""/>
        <dsp:cNvSpPr/>
      </dsp:nvSpPr>
      <dsp:spPr>
        <a:xfrm>
          <a:off x="0" y="2925187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Class Wise Revenue</a:t>
          </a:r>
        </a:p>
      </dsp:txBody>
      <dsp:txXfrm>
        <a:off x="0" y="2925187"/>
        <a:ext cx="10058399" cy="365402"/>
      </dsp:txXfrm>
    </dsp:sp>
    <dsp:sp modelId="{8537B19E-18D7-42A0-8FB5-C3360A55952B}">
      <dsp:nvSpPr>
        <dsp:cNvPr id="0" name=""/>
        <dsp:cNvSpPr/>
      </dsp:nvSpPr>
      <dsp:spPr>
        <a:xfrm>
          <a:off x="0" y="3290589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07067-EF14-4E7B-A4DB-BEAF9A65382B}">
      <dsp:nvSpPr>
        <dsp:cNvPr id="0" name=""/>
        <dsp:cNvSpPr/>
      </dsp:nvSpPr>
      <dsp:spPr>
        <a:xfrm>
          <a:off x="0" y="3290589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Checked out cancel No show</a:t>
          </a:r>
        </a:p>
      </dsp:txBody>
      <dsp:txXfrm>
        <a:off x="0" y="3290589"/>
        <a:ext cx="10058399" cy="365402"/>
      </dsp:txXfrm>
    </dsp:sp>
    <dsp:sp modelId="{6F65B8FB-A923-4E99-8E1C-1450B58BCD07}">
      <dsp:nvSpPr>
        <dsp:cNvPr id="0" name=""/>
        <dsp:cNvSpPr/>
      </dsp:nvSpPr>
      <dsp:spPr>
        <a:xfrm>
          <a:off x="0" y="365599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203E2-C7BD-4E6B-AC16-82AE6022499D}">
      <dsp:nvSpPr>
        <dsp:cNvPr id="0" name=""/>
        <dsp:cNvSpPr/>
      </dsp:nvSpPr>
      <dsp:spPr>
        <a:xfrm>
          <a:off x="0" y="3655992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Weekly trend Key trend (Revenue, Total booking, Occupancy) </a:t>
          </a:r>
        </a:p>
      </dsp:txBody>
      <dsp:txXfrm>
        <a:off x="0" y="3655992"/>
        <a:ext cx="10058399" cy="365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E84FD-0FFE-4B7B-AB9E-F253E720C48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4BFDE-D46C-4C72-B0B3-2D8DF61D3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9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4BFDE-D46C-4C72-B0B3-2D8DF61D36A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86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4BFDE-D46C-4C72-B0B3-2D8DF61D36A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751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pette adding DNA sample to a petri dish">
            <a:extLst>
              <a:ext uri="{FF2B5EF4-FFF2-40B4-BE49-F238E27FC236}">
                <a16:creationId xmlns:a16="http://schemas.microsoft.com/office/drawing/2014/main" id="{CDA7D99E-C5F9-8C05-9454-34A35390B4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52D9A5-0025-84BA-F920-8E307B30A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b="1"/>
              <a:t>HOSPITABILITY </a:t>
            </a:r>
            <a:br>
              <a:rPr lang="en-US" b="1"/>
            </a:br>
            <a:r>
              <a:rPr lang="en-US" b="1"/>
              <a:t>ANALYSIS</a:t>
            </a:r>
            <a:endParaRPr lang="en-IN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5740B-2C01-4D2A-E05F-4107A5986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Group 1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2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F7CBA9-9D9B-479F-AAB5-BF785971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1236CC4-EEA3-1287-4212-BAC94D02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/>
              <a:t>Summary</a:t>
            </a:r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4480E5-678B-478F-9170-46502C5F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98D875-841B-47A7-B4C8-237DBCE2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4634CF91-9A61-B7B1-BCB8-927DAC2C2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983123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079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306C-6E8F-8CB4-68B1-EC0A200F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KPIs Used</a:t>
            </a:r>
            <a:endParaRPr lang="en-IN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92E942-F798-649A-DFD0-170BA3AC36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666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1B596-0182-FE73-A0AB-6A30897D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EXCEL DASHBOARD</a:t>
            </a:r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EFA17E36-EB47-BD21-08FD-E54E6969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8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8CF66D-2A5F-21A5-3A1D-EB4572B6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4" r="1" b="4335"/>
          <a:stretch>
            <a:fillRect/>
          </a:stretch>
        </p:blipFill>
        <p:spPr>
          <a:xfrm>
            <a:off x="198673" y="509287"/>
            <a:ext cx="11794653" cy="54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9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1C01E-0632-0CB7-8C37-AE526EEA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POWER BI DASHBOARD</a:t>
            </a:r>
          </a:p>
        </p:txBody>
      </p:sp>
      <p:pic>
        <p:nvPicPr>
          <p:cNvPr id="7" name="Graphic 6" descr="BI Dashboard">
            <a:extLst>
              <a:ext uri="{FF2B5EF4-FFF2-40B4-BE49-F238E27FC236}">
                <a16:creationId xmlns:a16="http://schemas.microsoft.com/office/drawing/2014/main" id="{056E2066-1BF0-9A6E-9FA5-D8BDACF66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96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EDC3B6BA-C7E2-72EF-5D2A-78EFF89E8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31" y="316481"/>
            <a:ext cx="10632938" cy="579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2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DDD70-09A8-5F0C-B943-6B56A2B5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>
                <a:solidFill>
                  <a:schemeClr val="tx1">
                    <a:lumMod val="85000"/>
                    <a:lumOff val="15000"/>
                  </a:schemeClr>
                </a:solidFill>
              </a:rPr>
              <a:t>TABLEAU DASHBOARD</a:t>
            </a:r>
          </a:p>
        </p:txBody>
      </p:sp>
      <p:pic>
        <p:nvPicPr>
          <p:cNvPr id="7" name="Graphic 6" descr="News">
            <a:extLst>
              <a:ext uri="{FF2B5EF4-FFF2-40B4-BE49-F238E27FC236}">
                <a16:creationId xmlns:a16="http://schemas.microsoft.com/office/drawing/2014/main" id="{3D8B3757-9A45-2BCA-3FFC-007450886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4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652027-4B1C-10D1-1C0F-B81C1F90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03" y="260018"/>
            <a:ext cx="9897794" cy="58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DA1DA-BC74-E6ED-CBDB-E9EF445E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QUERIES</a:t>
            </a:r>
          </a:p>
        </p:txBody>
      </p:sp>
      <p:pic>
        <p:nvPicPr>
          <p:cNvPr id="7" name="Graphic 6" descr="Duplicate Row">
            <a:extLst>
              <a:ext uri="{FF2B5EF4-FFF2-40B4-BE49-F238E27FC236}">
                <a16:creationId xmlns:a16="http://schemas.microsoft.com/office/drawing/2014/main" id="{CB8B7C83-143A-C665-7A50-1AB62D4D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53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">
            <a:extLst>
              <a:ext uri="{FF2B5EF4-FFF2-40B4-BE49-F238E27FC236}">
                <a16:creationId xmlns:a16="http://schemas.microsoft.com/office/drawing/2014/main" id="{193226CD-A716-FC38-E67E-C8FA3D4FF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0" y="500743"/>
            <a:ext cx="11940651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45E53-BF95-F836-F522-3F53737C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65351B-F82C-5259-F022-B829E69B4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2" y="2129472"/>
            <a:ext cx="8585641" cy="1771741"/>
          </a:xfrm>
          <a:prstGeom prst="rect">
            <a:avLst/>
          </a:prstGeom>
        </p:spPr>
      </p:pic>
      <p:pic>
        <p:nvPicPr>
          <p:cNvPr id="15" name="Picture 14" descr="A screenshot of a computer">
            <a:extLst>
              <a:ext uri="{FF2B5EF4-FFF2-40B4-BE49-F238E27FC236}">
                <a16:creationId xmlns:a16="http://schemas.microsoft.com/office/drawing/2014/main" id="{98CBF68A-03D2-5401-807E-43BB8827C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2" y="193175"/>
            <a:ext cx="6991709" cy="1790792"/>
          </a:xfrm>
          <a:prstGeom prst="rect">
            <a:avLst/>
          </a:prstGeom>
        </p:spPr>
      </p:pic>
      <p:pic>
        <p:nvPicPr>
          <p:cNvPr id="17" name="Picture 16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30CA5171-48B9-3759-34F5-768590E31C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2" y="4188228"/>
            <a:ext cx="5969307" cy="1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5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9BC4-F2DA-8A39-FD54-5D4ED44C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B5B8A694-8085-978D-6D38-D95B25300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" y="121064"/>
            <a:ext cx="6553537" cy="1543129"/>
          </a:xfrm>
          <a:prstGeom prst="rect">
            <a:avLst/>
          </a:prstGeom>
        </p:spPr>
      </p:pic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BDBFDFF-8EDD-B6EE-A336-AA45C9FF9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" y="1834868"/>
            <a:ext cx="8966661" cy="149232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76B039-C2FD-F2AC-2988-4FD1DAB09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" y="3530806"/>
            <a:ext cx="9057083" cy="258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7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FA6E-2C4C-BC01-E071-B392385B0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80691C6-2A8A-D586-0061-A28C29F52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" y="534705"/>
            <a:ext cx="7023461" cy="2152761"/>
          </a:xfrm>
          <a:prstGeom prst="rect">
            <a:avLst/>
          </a:prstGeom>
        </p:spPr>
      </p:pic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87C7572B-54A9-32CC-A1C9-91A3D467E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" y="3511504"/>
            <a:ext cx="7544188" cy="18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8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AA881E-58D5-51F2-6792-CECD53FC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Core Observations</a:t>
            </a:r>
          </a:p>
        </p:txBody>
      </p:sp>
      <p:pic>
        <p:nvPicPr>
          <p:cNvPr id="6" name="Graphic 5" descr="Eye">
            <a:extLst>
              <a:ext uri="{FF2B5EF4-FFF2-40B4-BE49-F238E27FC236}">
                <a16:creationId xmlns:a16="http://schemas.microsoft.com/office/drawing/2014/main" id="{C1C41490-5E3F-110A-CBDC-C8F0DC60F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97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7B9F6A-2DC1-8F2E-5CA8-6EABCA693C2C}"/>
              </a:ext>
            </a:extLst>
          </p:cNvPr>
          <p:cNvSpPr txBox="1"/>
          <p:nvPr/>
        </p:nvSpPr>
        <p:spPr>
          <a:xfrm>
            <a:off x="549728" y="783772"/>
            <a:ext cx="110925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Mumbai generates the highest revenue, and room categories </a:t>
            </a:r>
            <a:r>
              <a:rPr lang="en-US" b="1" dirty="0"/>
              <a:t>RT2 &amp; RT3</a:t>
            </a:r>
            <a:r>
              <a:rPr lang="en-US" dirty="0"/>
              <a:t> contribute the largest share, showing where the business performs strongest.</a:t>
            </a:r>
          </a:p>
          <a:p>
            <a:pPr algn="just"/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Nearly </a:t>
            </a:r>
            <a:r>
              <a:rPr lang="en-US" b="1" dirty="0"/>
              <a:t>1 in 4 bookings</a:t>
            </a:r>
            <a:r>
              <a:rPr lang="en-US" dirty="0"/>
              <a:t> gets cancelled, which is a major operational issue affecting occupancy, revenue stability, and forecasting accuracy.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Overall occupancy is below optimal levels, indicating scope for improvement through pricing strategies, promotions, and city-specific campaigns.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Properties like </a:t>
            </a:r>
            <a:r>
              <a:rPr lang="en-US" b="1" dirty="0"/>
              <a:t>Atliq Grands (303.60M)</a:t>
            </a:r>
            <a:r>
              <a:rPr lang="en-US" dirty="0"/>
              <a:t>, </a:t>
            </a:r>
            <a:r>
              <a:rPr lang="en-US" b="1" dirty="0"/>
              <a:t>Atliq Exotica (278.82M)</a:t>
            </a:r>
            <a:r>
              <a:rPr lang="en-US" dirty="0"/>
              <a:t>, and </a:t>
            </a:r>
            <a:r>
              <a:rPr lang="en-US" b="1" dirty="0"/>
              <a:t>Atliq Blu (247.23M)</a:t>
            </a:r>
            <a:r>
              <a:rPr lang="en-US" dirty="0"/>
              <a:t> generate the highest revenue, showing that mid-tier and premium properties are the top contributors across the chain.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Weekday bookings and revenue are considerably higher compared to weekends, indicating that the business is </a:t>
            </a:r>
            <a:r>
              <a:rPr lang="en-US" b="1" dirty="0"/>
              <a:t>more driven by corporate or weekday travelers</a:t>
            </a:r>
            <a:r>
              <a:rPr lang="en-US" dirty="0"/>
              <a:t> rather than leisure guests.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Total revenue peaks around </a:t>
            </a:r>
            <a:r>
              <a:rPr lang="en-US" b="1" dirty="0"/>
              <a:t>Week 27 to Week 29</a:t>
            </a:r>
            <a:r>
              <a:rPr lang="en-US" dirty="0"/>
              <a:t> (140M+), then shows a </a:t>
            </a:r>
            <a:r>
              <a:rPr lang="en-US" b="1" dirty="0"/>
              <a:t>consistent decline toward Week 32</a:t>
            </a:r>
            <a:r>
              <a:rPr lang="en-US" dirty="0"/>
              <a:t>, suggesting seasonal patterns or reduced customer demand in later weeks.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60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4D3D9-EF2F-3078-9A15-24B2F825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Improvement Measures</a:t>
            </a:r>
          </a:p>
        </p:txBody>
      </p:sp>
      <p:pic>
        <p:nvPicPr>
          <p:cNvPr id="6" name="Graphic 5" descr="Upward trend">
            <a:extLst>
              <a:ext uri="{FF2B5EF4-FFF2-40B4-BE49-F238E27FC236}">
                <a16:creationId xmlns:a16="http://schemas.microsoft.com/office/drawing/2014/main" id="{3AA74AC1-33DE-5031-9F5A-7C2983676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163529"/>
            <a:ext cx="4001315" cy="4001315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16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7EABA-C79D-1D82-0F85-AF9CDE27138F}"/>
              </a:ext>
            </a:extLst>
          </p:cNvPr>
          <p:cNvSpPr txBox="1"/>
          <p:nvPr/>
        </p:nvSpPr>
        <p:spPr>
          <a:xfrm>
            <a:off x="674915" y="1235563"/>
            <a:ext cx="86323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Reduce cancellations</a:t>
            </a:r>
            <a:r>
              <a:rPr lang="en-US" dirty="0"/>
              <a:t> through better policies and customer communication.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Boost weekend bookings</a:t>
            </a:r>
            <a:r>
              <a:rPr lang="en-US" dirty="0"/>
              <a:t> with targeted offers and packages.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Improve occupancy</a:t>
            </a:r>
            <a:r>
              <a:rPr lang="en-US" dirty="0"/>
              <a:t> using dynamic, city-wise pricing.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Increase direct bookings</a:t>
            </a:r>
            <a:r>
              <a:rPr lang="en-US" dirty="0"/>
              <a:t> via loyalty rewards and website promotions.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Enhance guest experience</a:t>
            </a:r>
            <a:r>
              <a:rPr lang="en-US" dirty="0"/>
              <a:t> to improve ratings and retention.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0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E9853E88-BCA4-0253-EFC3-7789345356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6247" b="187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A7E5-C4ED-C637-2B7E-A82EC8FC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b="1" dirty="0">
                <a:solidFill>
                  <a:schemeClr val="accent2"/>
                </a:solidFill>
              </a:rPr>
              <a:t>THANK YOU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9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748</TotalTime>
  <Words>380</Words>
  <Application>Microsoft Office PowerPoint</Application>
  <PresentationFormat>Widescreen</PresentationFormat>
  <Paragraphs>55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Calibri</vt:lpstr>
      <vt:lpstr>Calibri Light</vt:lpstr>
      <vt:lpstr>Wingdings</vt:lpstr>
      <vt:lpstr>Retrospect</vt:lpstr>
      <vt:lpstr>HOSPITABILITY  ANALYSIS</vt:lpstr>
      <vt:lpstr>Summary</vt:lpstr>
      <vt:lpstr>KPIs Used</vt:lpstr>
      <vt:lpstr>EXCEL DASHBOARD</vt:lpstr>
      <vt:lpstr>PowerPoint Presentation</vt:lpstr>
      <vt:lpstr>POWER BI DASHBOARD</vt:lpstr>
      <vt:lpstr>PowerPoint Presentation</vt:lpstr>
      <vt:lpstr>TABLEAU DASHBOARD</vt:lpstr>
      <vt:lpstr>PowerPoint Presentation</vt:lpstr>
      <vt:lpstr>SQL QUERIES</vt:lpstr>
      <vt:lpstr>PowerPoint Presentation</vt:lpstr>
      <vt:lpstr>PowerPoint Presentation</vt:lpstr>
      <vt:lpstr>PowerPoint Presentation</vt:lpstr>
      <vt:lpstr>PowerPoint Presentation</vt:lpstr>
      <vt:lpstr>Core Observations</vt:lpstr>
      <vt:lpstr>PowerPoint Presentation</vt:lpstr>
      <vt:lpstr>Improvement Measures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Ojanahalli</dc:creator>
  <cp:lastModifiedBy>Neha Ojanahalli</cp:lastModifiedBy>
  <cp:revision>5</cp:revision>
  <dcterms:created xsi:type="dcterms:W3CDTF">2025-11-30T15:45:18Z</dcterms:created>
  <dcterms:modified xsi:type="dcterms:W3CDTF">2025-12-01T05:30:06Z</dcterms:modified>
</cp:coreProperties>
</file>